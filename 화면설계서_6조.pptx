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c1beb9c00a74ced" /><Relationship Type="http://schemas.openxmlformats.org/officeDocument/2006/relationships/extended-properties" Target="/docProps/app.xml" Id="Rb7f59498343940fd" /><Relationship Type="http://schemas.openxmlformats.org/officeDocument/2006/relationships/officeDocument" Target="/ppt/presentation.xml" Id="Rf5acc4131804404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77a8f45e60b4c01"/>
  </p:sldMasterIdLst>
  <p:notesMasterIdLst>
    <p:notesMasterId xmlns:r="http://schemas.openxmlformats.org/officeDocument/2006/relationships" r:id="R31d38b74ac2241b8"/>
  </p:notesMasterIdLst>
  <p:sldIdLst>
    <p:sldId xmlns:r="http://schemas.openxmlformats.org/officeDocument/2006/relationships" id="256" r:id="R98158b23b5ae4923"/>
    <p:sldId xmlns:r="http://schemas.openxmlformats.org/officeDocument/2006/relationships" id="257" r:id="Rcada84cd50654766"/>
    <p:sldId xmlns:r="http://schemas.openxmlformats.org/officeDocument/2006/relationships" id="258" r:id="R4bbbd4fb4de84a32"/>
    <p:sldId xmlns:r="http://schemas.openxmlformats.org/officeDocument/2006/relationships" id="259" r:id="Rbbbe9b724920457d"/>
    <p:sldId xmlns:r="http://schemas.openxmlformats.org/officeDocument/2006/relationships" id="260" r:id="R1000b2e45c6340bf"/>
    <p:sldId xmlns:r="http://schemas.openxmlformats.org/officeDocument/2006/relationships" id="261" r:id="Ra53ae15f907f4181"/>
    <p:sldId xmlns:r="http://schemas.openxmlformats.org/officeDocument/2006/relationships" id="262" r:id="Rf8d5bd472689414c"/>
    <p:sldId xmlns:r="http://schemas.openxmlformats.org/officeDocument/2006/relationships" id="263" r:id="R307fbc3aa6fe4386"/>
    <p:sldId xmlns:r="http://schemas.openxmlformats.org/officeDocument/2006/relationships" id="264" r:id="R33cb48f6cf124161"/>
    <p:sldId xmlns:r="http://schemas.openxmlformats.org/officeDocument/2006/relationships" id="265" r:id="R4220e7336cd24d7f"/>
    <p:sldId xmlns:r="http://schemas.openxmlformats.org/officeDocument/2006/relationships" id="266" r:id="R207b38e7489d407f"/>
    <p:sldId xmlns:r="http://schemas.openxmlformats.org/officeDocument/2006/relationships" id="267" r:id="Re6344cc14be14b79"/>
    <p:sldId xmlns:r="http://schemas.openxmlformats.org/officeDocument/2006/relationships" id="268" r:id="Red6701f00e3f47d1"/>
    <p:sldId xmlns:r="http://schemas.openxmlformats.org/officeDocument/2006/relationships" id="269" r:id="Rdbed558df4a14915"/>
    <p:sldId xmlns:r="http://schemas.openxmlformats.org/officeDocument/2006/relationships" id="270" r:id="R056c632f379a453b"/>
    <p:sldId xmlns:r="http://schemas.openxmlformats.org/officeDocument/2006/relationships" id="271" r:id="Rc0ac3787b50e436f"/>
  </p:sldIdLst>
  <p:sldSz cx="9906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8772669389347ec" /><Relationship Type="http://schemas.openxmlformats.org/officeDocument/2006/relationships/slideMaster" Target="/ppt/slideMasters/slideMaster1.xml" Id="Ra77a8f45e60b4c01" /><Relationship Type="http://schemas.openxmlformats.org/officeDocument/2006/relationships/notesMaster" Target="/ppt/notesMasters/notesMaster1.xml" Id="R31d38b74ac2241b8" /><Relationship Type="http://schemas.openxmlformats.org/officeDocument/2006/relationships/presProps" Target="/ppt/presProps.xml" Id="Ra512f677358d44b7" /><Relationship Type="http://schemas.openxmlformats.org/officeDocument/2006/relationships/viewProps" Target="/ppt/viewProps.xml" Id="R5d5bb94452a94246" /><Relationship Type="http://schemas.openxmlformats.org/officeDocument/2006/relationships/tableStyles" Target="/ppt/tableStyles.xml" Id="Re7b646d5ad604872" /><Relationship Type="http://schemas.openxmlformats.org/officeDocument/2006/relationships/slide" Target="/ppt/slides/slide1.xml" Id="R98158b23b5ae4923" /><Relationship Type="http://schemas.openxmlformats.org/officeDocument/2006/relationships/slide" Target="/ppt/slides/slide2.xml" Id="Rcada84cd50654766" /><Relationship Type="http://schemas.openxmlformats.org/officeDocument/2006/relationships/slide" Target="/ppt/slides/slide3.xml" Id="R4bbbd4fb4de84a32" /><Relationship Type="http://schemas.openxmlformats.org/officeDocument/2006/relationships/slide" Target="/ppt/slides/slide4.xml" Id="Rbbbe9b724920457d" /><Relationship Type="http://schemas.openxmlformats.org/officeDocument/2006/relationships/slide" Target="/ppt/slides/slide5.xml" Id="R1000b2e45c6340bf" /><Relationship Type="http://schemas.openxmlformats.org/officeDocument/2006/relationships/slide" Target="/ppt/slides/slide6.xml" Id="Ra53ae15f907f4181" /><Relationship Type="http://schemas.openxmlformats.org/officeDocument/2006/relationships/slide" Target="/ppt/slides/slide7.xml" Id="Rf8d5bd472689414c" /><Relationship Type="http://schemas.openxmlformats.org/officeDocument/2006/relationships/slide" Target="/ppt/slides/slide8.xml" Id="R307fbc3aa6fe4386" /><Relationship Type="http://schemas.openxmlformats.org/officeDocument/2006/relationships/slide" Target="/ppt/slides/slide9.xml" Id="R33cb48f6cf124161" /><Relationship Type="http://schemas.openxmlformats.org/officeDocument/2006/relationships/slide" Target="/ppt/slides/slide10.xml" Id="R4220e7336cd24d7f" /><Relationship Type="http://schemas.openxmlformats.org/officeDocument/2006/relationships/slide" Target="/ppt/slides/slide11.xml" Id="R207b38e7489d407f" /><Relationship Type="http://schemas.openxmlformats.org/officeDocument/2006/relationships/slide" Target="/ppt/slides/slide12.xml" Id="Re6344cc14be14b79" /><Relationship Type="http://schemas.openxmlformats.org/officeDocument/2006/relationships/slide" Target="/ppt/slides/slide13.xml" Id="Red6701f00e3f47d1" /><Relationship Type="http://schemas.openxmlformats.org/officeDocument/2006/relationships/slide" Target="/ppt/slides/slide14.xml" Id="Rdbed558df4a14915" /><Relationship Type="http://schemas.openxmlformats.org/officeDocument/2006/relationships/slide" Target="/ppt/slides/slide15.xml" Id="R056c632f379a453b" /><Relationship Type="http://schemas.openxmlformats.org/officeDocument/2006/relationships/slide" Target="/ppt/slides/slide16.xml" Id="Rc0ac3787b50e436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c25fbb57750487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fddbdc0455a47c1" /><Relationship Type="http://schemas.openxmlformats.org/officeDocument/2006/relationships/notesMaster" Target="/ppt/notesMasters/notesMaster1.xml" Id="R7c123cde760b45a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1c551309c304243" /><Relationship Type="http://schemas.openxmlformats.org/officeDocument/2006/relationships/notesMaster" Target="/ppt/notesMasters/notesMaster1.xml" Id="R3bba898ef0d340d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a7c87314cd047dc" /><Relationship Type="http://schemas.openxmlformats.org/officeDocument/2006/relationships/notesMaster" Target="/ppt/notesMasters/notesMaster1.xml" Id="R08018dd593ae48f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b38503b24a443e3" /><Relationship Type="http://schemas.openxmlformats.org/officeDocument/2006/relationships/notesMaster" Target="/ppt/notesMasters/notesMaster1.xml" Id="R4df7deb96ed64d4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a85495696f94fd9" /><Relationship Type="http://schemas.openxmlformats.org/officeDocument/2006/relationships/notesMaster" Target="/ppt/notesMasters/notesMaster1.xml" Id="Raf4ca9bc1f84489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58d9a0bdc2c40af" /><Relationship Type="http://schemas.openxmlformats.org/officeDocument/2006/relationships/notesMaster" Target="/ppt/notesMasters/notesMaster1.xml" Id="R9542c07a309d44e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6241cf239ef4df6" /><Relationship Type="http://schemas.openxmlformats.org/officeDocument/2006/relationships/notesMaster" Target="/ppt/notesMasters/notesMaster1.xml" Id="R2a8cafe448e14ce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134362ea63d4c70" /><Relationship Type="http://schemas.openxmlformats.org/officeDocument/2006/relationships/notesMaster" Target="/ppt/notesMasters/notesMaster1.xml" Id="Rea74d990be77480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71a69cae8fe4f7b" /><Relationship Type="http://schemas.openxmlformats.org/officeDocument/2006/relationships/notesMaster" Target="/ppt/notesMasters/notesMaster1.xml" Id="R28ebeb1441064c2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e3128f66876476e" /><Relationship Type="http://schemas.openxmlformats.org/officeDocument/2006/relationships/notesMaster" Target="/ppt/notesMasters/notesMaster1.xml" Id="Ra1d08c98d17445c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b76ac66d96e4e51" /><Relationship Type="http://schemas.openxmlformats.org/officeDocument/2006/relationships/notesMaster" Target="/ppt/notesMasters/notesMaster1.xml" Id="R245aaebccf2c43b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f6cf5fd322f4999" /><Relationship Type="http://schemas.openxmlformats.org/officeDocument/2006/relationships/notesMaster" Target="/ppt/notesMasters/notesMaster1.xml" Id="R84894d52fb00466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aab3636f8fb4fb0" /><Relationship Type="http://schemas.openxmlformats.org/officeDocument/2006/relationships/notesMaster" Target="/ppt/notesMasters/notesMaster1.xml" Id="R41f406eddb32427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1382ab8d4aa4eae" /><Relationship Type="http://schemas.openxmlformats.org/officeDocument/2006/relationships/notesMaster" Target="/ppt/notesMasters/notesMaster1.xml" Id="Rd84248e27f1c4f7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70be7bc6888c4e73" /><Relationship Type="http://schemas.openxmlformats.org/officeDocument/2006/relationships/notesMaster" Target="/ppt/notesMasters/notesMaster1.xml" Id="Rd5fd64db8e4c4105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8508311b12f047c8" /><Relationship Type="http://schemas.openxmlformats.org/officeDocument/2006/relationships/notesMaster" Target="/ppt/notesMasters/notesMaster1.xml" Id="Ra33ac86ae5a049e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C:\Users\karsy\Documents\프로그래밍\핵심 프로젝트용\프로젝트_기획서_6조.md</a:t>
            </a:r>
          </a:p>
          <a:p xmlns:a="http://schemas.openxmlformats.org/drawingml/2006/main">
            <a:r>
              <a:t>- C:\Users\karsy\Documents\프로그래밍\핵심 프로젝트용\요구사항정의서_6팀.md</a:t>
            </a:r>
          </a:p>
          <a:p xmlns:a="http://schemas.openxmlformats.org/drawingml/2006/main">
            <a:r>
              <a:t>- C:\Users\karsy\Downloads\화면설계서_팀명.pptx (visual template)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C:\Users\karsy\Documents\프로그래밍\핵심 프로젝트용\프로젝트_기획서_6조.md</a:t>
            </a:r>
            <a:endParaRPr/>
          </a:p>
          <a:p xmlns:a="http://schemas.openxmlformats.org/drawingml/2006/main">
            <a:r>
              <a:t>- C:\Users\karsy\Documents\프로그래밍\핵심 프로젝트용\요구사항정의서_6팀.md</a:t>
            </a:r>
            <a:endParaRPr/>
          </a:p>
          <a:p xmlns:a="http://schemas.openxmlformats.org/drawingml/2006/main">
            <a:r>
              <a:t>- C:\Users\karsy\Downloads\화면설계서_팀명.pptx (visual template)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C:\Users\karsy\Documents\프로그래밍\핵심 프로젝트용\프로젝트_기획서_6조.md</a:t>
            </a:r>
            <a:endParaRPr/>
          </a:p>
          <a:p xmlns:a="http://schemas.openxmlformats.org/drawingml/2006/main">
            <a:r>
              <a:t>- C:\Users\karsy\Documents\프로그래밍\핵심 프로젝트용\요구사항정의서_6팀.md</a:t>
            </a:r>
            <a:endParaRPr/>
          </a:p>
          <a:p xmlns:a="http://schemas.openxmlformats.org/drawingml/2006/main">
            <a:r>
              <a:t>- C:\Users\karsy\Downloads\화면설계서_팀명.pptx (visual template)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C:\Users\karsy\Documents\프로그래밍\핵심 프로젝트용\프로젝트_기획서_6조.md</a:t>
            </a:r>
            <a:endParaRPr/>
          </a:p>
          <a:p xmlns:a="http://schemas.openxmlformats.org/drawingml/2006/main">
            <a:r>
              <a:t>- C:\Users\karsy\Documents\프로그래밍\핵심 프로젝트용\요구사항정의서_6팀.md</a:t>
            </a:r>
            <a:endParaRPr/>
          </a:p>
          <a:p xmlns:a="http://schemas.openxmlformats.org/drawingml/2006/main">
            <a:r>
              <a:t>- C:\Users\karsy\Downloads\화면설계서_팀명.pptx (visual template)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C:\Users\karsy\Documents\프로그래밍\핵심 프로젝트용\프로젝트_기획서_6조.md</a:t>
            </a:r>
          </a:p>
          <a:p xmlns:a="http://schemas.openxmlformats.org/drawingml/2006/main">
            <a:r>
              <a:t>- C:\Users\karsy\Documents\프로그래밍\핵심 프로젝트용\요구사항정의서_6팀.md</a:t>
            </a:r>
          </a:p>
          <a:p xmlns:a="http://schemas.openxmlformats.org/drawingml/2006/main">
            <a:r>
              <a:t>- C:\Users\karsy\Downloads\화면설계서_팀명.pptx (visual template)</a:t>
            </a:r>
          </a:p>
          <a:p xmlns:a="http://schemas.openxmlformats.org/drawingml/2006/main">
            <a:r>
              <a:t>- Screen ID: AUTH_LOGIN_01; related use case: MST_100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C:\Users\karsy\Documents\프로그래밍\핵심 프로젝트용\프로젝트_기획서_6조.md</a:t>
            </a:r>
          </a:p>
          <a:p xmlns:a="http://schemas.openxmlformats.org/drawingml/2006/main">
            <a:r>
              <a:t>- C:\Users\karsy\Documents\프로그래밍\핵심 프로젝트용\요구사항정의서_6팀.md</a:t>
            </a:r>
          </a:p>
          <a:p xmlns:a="http://schemas.openxmlformats.org/drawingml/2006/main">
            <a:r>
              <a:t>- C:\Users\karsy\Downloads\화면설계서_팀명.pptx (visual template)</a:t>
            </a:r>
          </a:p>
          <a:p xmlns:a="http://schemas.openxmlformats.org/drawingml/2006/main">
            <a:r>
              <a:t>- Screen ID: PROFILE_SETUP_01; related use case: MST_100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C:\Users\karsy\Documents\프로그래밍\핵심 프로젝트용\프로젝트_기획서_6조.md</a:t>
            </a:r>
          </a:p>
          <a:p xmlns:a="http://schemas.openxmlformats.org/drawingml/2006/main">
            <a:r>
              <a:t>- C:\Users\karsy\Documents\프로그래밍\핵심 프로젝트용\요구사항정의서_6팀.md</a:t>
            </a:r>
          </a:p>
          <a:p xmlns:a="http://schemas.openxmlformats.org/drawingml/2006/main">
            <a:r>
              <a:t>- C:\Users\karsy\Downloads\화면설계서_팀명.pptx (visual template)</a:t>
            </a:r>
          </a:p>
          <a:p xmlns:a="http://schemas.openxmlformats.org/drawingml/2006/main">
            <a:r>
              <a:t>- Screen ID: POLICY_HOME_01; related use case: MST_200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C:\Users\karsy\Documents\프로그래밍\핵심 프로젝트용\프로젝트_기획서_6조.md</a:t>
            </a:r>
          </a:p>
          <a:p xmlns:a="http://schemas.openxmlformats.org/drawingml/2006/main">
            <a:r>
              <a:t>- C:\Users\karsy\Documents\프로그래밍\핵심 프로젝트용\요구사항정의서_6팀.md</a:t>
            </a:r>
          </a:p>
          <a:p xmlns:a="http://schemas.openxmlformats.org/drawingml/2006/main">
            <a:r>
              <a:t>- C:\Users\karsy\Downloads\화면설계서_팀명.pptx (visual template)</a:t>
            </a:r>
          </a:p>
          <a:p xmlns:a="http://schemas.openxmlformats.org/drawingml/2006/main">
            <a:r>
              <a:t>- Screen ID: POLICY_SEARCH_01; related use case: MST_500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C:\Users\karsy\Documents\프로그래밍\핵심 프로젝트용\프로젝트_기획서_6조.md</a:t>
            </a:r>
          </a:p>
          <a:p xmlns:a="http://schemas.openxmlformats.org/drawingml/2006/main">
            <a:r>
              <a:t>- C:\Users\karsy\Documents\프로그래밍\핵심 프로젝트용\요구사항정의서_6팀.md</a:t>
            </a:r>
          </a:p>
          <a:p xmlns:a="http://schemas.openxmlformats.org/drawingml/2006/main">
            <a:r>
              <a:t>- C:\Users\karsy\Downloads\화면설계서_팀명.pptx (visual template)</a:t>
            </a:r>
          </a:p>
          <a:p xmlns:a="http://schemas.openxmlformats.org/drawingml/2006/main">
            <a:r>
              <a:t>- Screen ID: POLICY_DETAIL_01; related use case: MST_300, MST_500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C:\Users\karsy\Documents\프로그래밍\핵심 프로젝트용\프로젝트_기획서_6조.md</a:t>
            </a:r>
          </a:p>
          <a:p xmlns:a="http://schemas.openxmlformats.org/drawingml/2006/main">
            <a:r>
              <a:t>- C:\Users\karsy\Documents\프로그래밍\핵심 프로젝트용\요구사항정의서_6팀.md</a:t>
            </a:r>
          </a:p>
          <a:p xmlns:a="http://schemas.openxmlformats.org/drawingml/2006/main">
            <a:r>
              <a:t>- C:\Users\karsy\Downloads\화면설계서_팀명.pptx (visual template)</a:t>
            </a:r>
          </a:p>
          <a:p xmlns:a="http://schemas.openxmlformats.org/drawingml/2006/main">
            <a:r>
              <a:t>- Screen ID: AI_CHAT_01; related use case: MST_400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C:\Users\karsy\Documents\프로그래밍\핵심 프로젝트용\프로젝트_기획서_6조.md</a:t>
            </a:r>
          </a:p>
          <a:p xmlns:a="http://schemas.openxmlformats.org/drawingml/2006/main">
            <a:r>
              <a:t>- C:\Users\karsy\Documents\프로그래밍\핵심 프로젝트용\요구사항정의서_6팀.md</a:t>
            </a:r>
          </a:p>
          <a:p xmlns:a="http://schemas.openxmlformats.org/drawingml/2006/main">
            <a:r>
              <a:t>- C:\Users\karsy\Downloads\화면설계서_팀명.pptx (visual template)</a:t>
            </a:r>
          </a:p>
          <a:p xmlns:a="http://schemas.openxmlformats.org/drawingml/2006/main">
            <a:r>
              <a:t>- Screen ID: WISHLIST_ALERT_01; related use case: MST_600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C:\Users\karsy\Documents\프로그래밍\핵심 프로젝트용\프로젝트_기획서_6조.md</a:t>
            </a:r>
          </a:p>
          <a:p xmlns:a="http://schemas.openxmlformats.org/drawingml/2006/main">
            <a:r>
              <a:t>- C:\Users\karsy\Documents\프로그래밍\핵심 프로젝트용\요구사항정의서_6팀.md</a:t>
            </a:r>
          </a:p>
          <a:p xmlns:a="http://schemas.openxmlformats.org/drawingml/2006/main">
            <a:r>
              <a:t>- C:\Users\karsy\Downloads\화면설계서_팀명.pptx (visual template)</a:t>
            </a:r>
          </a:p>
          <a:p xmlns:a="http://schemas.openxmlformats.org/drawingml/2006/main">
            <a:r>
              <a:t>- Screen ID: DOC_CHECKLIST_01; related use case: MST_900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C:\Users\karsy\Documents\프로그래밍\핵심 프로젝트용\프로젝트_기획서_6조.md</a:t>
            </a:r>
          </a:p>
          <a:p xmlns:a="http://schemas.openxmlformats.org/drawingml/2006/main">
            <a:r>
              <a:t>- C:\Users\karsy\Documents\프로그래밍\핵심 프로젝트용\요구사항정의서_6팀.md</a:t>
            </a:r>
          </a:p>
          <a:p xmlns:a="http://schemas.openxmlformats.org/drawingml/2006/main">
            <a:r>
              <a:t>- C:\Users\karsy\Downloads\화면설계서_팀명.pptx (visual template)</a:t>
            </a:r>
          </a:p>
          <a:p xmlns:a="http://schemas.openxmlformats.org/drawingml/2006/main">
            <a:r>
              <a:t>- Screen ID: DOC_EDITOR_01; related use case: MST_900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C:\Users\karsy\Documents\프로그래밍\핵심 프로젝트용\프로젝트_기획서_6조.md</a:t>
            </a:r>
          </a:p>
          <a:p xmlns:a="http://schemas.openxmlformats.org/drawingml/2006/main">
            <a:r>
              <a:t>- C:\Users\karsy\Documents\프로그래밍\핵심 프로젝트용\요구사항정의서_6팀.md</a:t>
            </a:r>
          </a:p>
          <a:p xmlns:a="http://schemas.openxmlformats.org/drawingml/2006/main">
            <a:r>
              <a:t>- C:\Users\karsy\Downloads\화면설계서_팀명.pptx (visual template)</a:t>
            </a:r>
          </a:p>
          <a:p xmlns:a="http://schemas.openxmlformats.org/drawingml/2006/main">
            <a:r>
              <a:t>- Screen ID: DOC_VALIDATE_01; related use case: MST_900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C:\Users\karsy\Documents\프로그래밍\핵심 프로젝트용\프로젝트_기획서_6조.md</a:t>
            </a:r>
          </a:p>
          <a:p xmlns:a="http://schemas.openxmlformats.org/drawingml/2006/main">
            <a:r>
              <a:t>- C:\Users\karsy\Documents\프로그래밍\핵심 프로젝트용\요구사항정의서_6팀.md</a:t>
            </a:r>
          </a:p>
          <a:p xmlns:a="http://schemas.openxmlformats.org/drawingml/2006/main">
            <a:r>
              <a:t>- C:\Users\karsy\Downloads\화면설계서_팀명.pptx (visual template)</a:t>
            </a:r>
          </a:p>
          <a:p xmlns:a="http://schemas.openxmlformats.org/drawingml/2006/main">
            <a:r>
              <a:t>- Screen ID: MYPAGE_01; related use case: MST_600, MST_900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C:\Users\karsy\Documents\프로그래밍\핵심 프로젝트용\프로젝트_기획서_6조.md</a:t>
            </a:r>
          </a:p>
          <a:p xmlns:a="http://schemas.openxmlformats.org/drawingml/2006/main">
            <a:r>
              <a:t>- C:\Users\karsy\Documents\프로그래밍\핵심 프로젝트용\요구사항정의서_6팀.md</a:t>
            </a:r>
          </a:p>
          <a:p xmlns:a="http://schemas.openxmlformats.org/drawingml/2006/main">
            <a:r>
              <a:t>- C:\Users\karsy\Downloads\화면설계서_팀명.pptx (visual template)</a:t>
            </a:r>
          </a:p>
          <a:p xmlns:a="http://schemas.openxmlformats.org/drawingml/2006/main">
            <a:r>
              <a:t>- Screen ID: ADMIN_POLICY_01; related use case: MST_700 / MST_800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20ca93ff344426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92b9f97692a45a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057a202bf4f4ef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815e0bcbeaa4cf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5312d9759224e3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9779051f0bf473f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41acf2247bd446f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3980064da1f4158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671a0b4aec343fb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169eeb1edc142dd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5bef85651074993" /></Relationships>
</file>

<file path=ppt/slideLayouts/slideLayout1.xml><?xml version="1.0" encoding="utf-8"?>
<p:sldLayout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494B978-2994-4450-84D3-52726B90AC32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742950" y="1122363"/>
            <a:ext cx="84201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57D9DB58-E33F-4226-A08E-79DD1B7BD7F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238250" y="3602038"/>
            <a:ext cx="74295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클릭하여 마스터 부제목 스타일 편집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D147464F-444E-4A5B-BB1D-17406EF0B98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0F51B65-CB5E-424A-A210-7B3C910D82A4}" type="datetimeFigureOut">
              <a:t>2026-03-11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67F38B3-BB40-4246-BD4D-DEE54B60FC9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78456DD-0147-484B-84CA-75762DC08ED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39D83CF-7E3D-4B84-8DE6-7065637E81D2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94D76FB-52E2-496A-9E73-D9A81B8F71D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A9DF80BE-4C4E-4067-8FD6-DB42B8CD091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  <a:p xmlns:a="http://schemas.openxmlformats.org/drawingml/2006/main">
            <a:pPr lvl="1">
              <a:buNone/>
            </a:pPr>
            <a:r>
              <a:t>두 번째 수준</a:t>
            </a:r>
          </a:p>
          <a:p xmlns:a="http://schemas.openxmlformats.org/drawingml/2006/main">
            <a:pPr lvl="2">
              <a:buNone/>
            </a:pPr>
            <a:r>
              <a:t>세 번째 수준</a:t>
            </a:r>
          </a:p>
          <a:p xmlns:a="http://schemas.openxmlformats.org/drawingml/2006/main">
            <a:pPr lvl="3">
              <a:buNone/>
            </a:pPr>
            <a:r>
              <a:t>네 번째 수준</a:t>
            </a:r>
          </a:p>
          <a:p xmlns:a="http://schemas.openxmlformats.org/drawingml/2006/main">
            <a:pPr lvl="4">
              <a:buNone/>
            </a:pPr>
            <a:r>
              <a:t>다섯 번째 수준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1110DCF-9EE0-4220-A187-18919CC4D2D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0F51B65-CB5E-424A-A210-7B3C910D82A4}" type="datetimeFigureOut">
              <a:t>2026-03-11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3680994-5138-4136-9C64-0D679825A61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9E5916B-620D-40CA-8ED0-637B06AA121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39D83CF-7E3D-4B84-8DE6-7065637E81D2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9193127-AE63-4FF5-AFBA-80ACB0935C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5879" y="1709740"/>
            <a:ext cx="8543925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236DDDA-9AA2-48C7-80A6-F8D0CAA05AB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75879" y="4589465"/>
            <a:ext cx="8543925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9B6A14CF-6370-4D74-AAA9-DBC30C5667F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0F51B65-CB5E-424A-A210-7B3C910D82A4}" type="datetimeFigureOut">
              <a:t>2026-03-11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A76666E9-EE8F-485A-9305-9C4140897A7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D0625C8-DA8E-4AD7-B226-3FD072AD5AB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39D83CF-7E3D-4B84-8DE6-7065637E81D2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C890B69-0076-427F-87DC-7728A8C45D4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DE0189BB-943A-436D-AA0D-24E7B3FD426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81038" y="1825625"/>
            <a:ext cx="421005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  <a:p xmlns:a="http://schemas.openxmlformats.org/drawingml/2006/main">
            <a:pPr lvl="1">
              <a:buNone/>
            </a:pPr>
            <a:r>
              <a:t>두 번째 수준</a:t>
            </a:r>
          </a:p>
          <a:p xmlns:a="http://schemas.openxmlformats.org/drawingml/2006/main">
            <a:pPr lvl="2">
              <a:buNone/>
            </a:pPr>
            <a:r>
              <a:t>세 번째 수준</a:t>
            </a:r>
          </a:p>
          <a:p xmlns:a="http://schemas.openxmlformats.org/drawingml/2006/main">
            <a:pPr lvl="3">
              <a:buNone/>
            </a:pPr>
            <a:r>
              <a:t>네 번째 수준</a:t>
            </a:r>
          </a:p>
          <a:p xmlns:a="http://schemas.openxmlformats.org/drawingml/2006/main">
            <a:pPr lvl="4">
              <a:buNone/>
            </a:pPr>
            <a:r>
              <a:t>다섯 번째 수준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E20B85C3-857A-45AA-9F3E-B7AB1512833D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5014913" y="1825625"/>
            <a:ext cx="421005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  <a:p xmlns:a="http://schemas.openxmlformats.org/drawingml/2006/main">
            <a:pPr lvl="1">
              <a:buNone/>
            </a:pPr>
            <a:r>
              <a:t>두 번째 수준</a:t>
            </a:r>
          </a:p>
          <a:p xmlns:a="http://schemas.openxmlformats.org/drawingml/2006/main">
            <a:pPr lvl="2">
              <a:buNone/>
            </a:pPr>
            <a:r>
              <a:t>세 번째 수준</a:t>
            </a:r>
          </a:p>
          <a:p xmlns:a="http://schemas.openxmlformats.org/drawingml/2006/main">
            <a:pPr lvl="3">
              <a:buNone/>
            </a:pPr>
            <a:r>
              <a:t>네 번째 수준</a:t>
            </a:r>
          </a:p>
          <a:p xmlns:a="http://schemas.openxmlformats.org/drawingml/2006/main">
            <a:pPr lvl="4">
              <a:buNone/>
            </a:pPr>
            <a:r>
              <a:t>다섯 번째 수준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9F2A131D-E64A-48D3-B31F-3510A2EECC0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0F51B65-CB5E-424A-A210-7B3C910D82A4}" type="datetimeFigureOut">
              <a:t>2026-03-11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638AEAD5-5E5E-423B-AF32-682010AABC9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5D5B387A-B4E1-406C-B9CE-4625B1276DF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39D83CF-7E3D-4B84-8DE6-7065637E81D2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A1FF6EF-4AF8-42D1-8227-62FFEE6580C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2328" y="365127"/>
            <a:ext cx="8543925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AD82A550-946A-4234-833A-CFBE725E57E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2329" y="1681163"/>
            <a:ext cx="4190702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66BEF292-6CAC-43B1-A52F-9F3F2D1C1177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82329" y="2505075"/>
            <a:ext cx="4190702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  <a:p xmlns:a="http://schemas.openxmlformats.org/drawingml/2006/main">
            <a:pPr lvl="1">
              <a:buNone/>
            </a:pPr>
            <a:r>
              <a:t>두 번째 수준</a:t>
            </a:r>
          </a:p>
          <a:p xmlns:a="http://schemas.openxmlformats.org/drawingml/2006/main">
            <a:pPr lvl="2">
              <a:buNone/>
            </a:pPr>
            <a:r>
              <a:t>세 번째 수준</a:t>
            </a:r>
          </a:p>
          <a:p xmlns:a="http://schemas.openxmlformats.org/drawingml/2006/main">
            <a:pPr lvl="3">
              <a:buNone/>
            </a:pPr>
            <a:r>
              <a:t>네 번째 수준</a:t>
            </a:r>
          </a:p>
          <a:p xmlns:a="http://schemas.openxmlformats.org/drawingml/2006/main">
            <a:pPr lvl="4">
              <a:buNone/>
            </a:pPr>
            <a:r>
              <a:t>다섯 번째 수준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78D38851-5241-42E2-9A4B-FFFBDD9F2426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5014913" y="1681163"/>
            <a:ext cx="4211340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4A395059-5974-4A57-9E3E-9FCE7FF99377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5014913" y="2505075"/>
            <a:ext cx="4211340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  <a:p xmlns:a="http://schemas.openxmlformats.org/drawingml/2006/main">
            <a:pPr lvl="1">
              <a:buNone/>
            </a:pPr>
            <a:r>
              <a:t>두 번째 수준</a:t>
            </a:r>
          </a:p>
          <a:p xmlns:a="http://schemas.openxmlformats.org/drawingml/2006/main">
            <a:pPr lvl="2">
              <a:buNone/>
            </a:pPr>
            <a:r>
              <a:t>세 번째 수준</a:t>
            </a:r>
          </a:p>
          <a:p xmlns:a="http://schemas.openxmlformats.org/drawingml/2006/main">
            <a:pPr lvl="3">
              <a:buNone/>
            </a:pPr>
            <a:r>
              <a:t>네 번째 수준</a:t>
            </a:r>
          </a:p>
          <a:p xmlns:a="http://schemas.openxmlformats.org/drawingml/2006/main">
            <a:pPr lvl="4">
              <a:buNone/>
            </a:pPr>
            <a:r>
              <a:t>다섯 번째 수준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FBFBC7B6-ACB9-4922-92FC-834EAA4AFB1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0F51B65-CB5E-424A-A210-7B3C910D82A4}" type="datetimeFigureOut">
              <a:t>2026-03-11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694A6E7B-B6D0-4CD7-85B8-6BA9E567428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70EBF42D-5220-4F8A-AABB-E475FD513A5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39D83CF-7E3D-4B84-8DE6-7065637E81D2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0D48D53-E9B0-416A-9C80-B41B0CB8FCD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A6053B1F-1058-4902-BF11-7F939346452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0F51B65-CB5E-424A-A210-7B3C910D82A4}" type="datetimeFigureOut">
              <a:t>2026-03-11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FFBE5B10-6745-41DD-85DA-A40D4530C24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57AD3CA-376F-4BEB-8632-F9F8870C039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39D83CF-7E3D-4B84-8DE6-7065637E81D2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DC619026-07AB-44BC-9F4F-ADD0B19CD02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0F51B65-CB5E-424A-A210-7B3C910D82A4}" type="datetimeFigureOut">
              <a:t>2026-03-11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BD8CB482-EC5A-4CC2-B8F0-AF1E2A47DB8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A86FB3E0-227B-4EC1-AD8A-866CBA49B3D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39D83CF-7E3D-4B84-8DE6-7065637E81D2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43DB549-F0AB-4DD2-BAC6-F5154F97E47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2328" y="457200"/>
            <a:ext cx="3194943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1258587C-9FE1-46F8-94BE-AC7441ED5EC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211340" y="987427"/>
            <a:ext cx="5014913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  <a:p xmlns:a="http://schemas.openxmlformats.org/drawingml/2006/main">
            <a:pPr lvl="1">
              <a:buNone/>
            </a:pPr>
            <a:r>
              <a:t>두 번째 수준</a:t>
            </a:r>
          </a:p>
          <a:p xmlns:a="http://schemas.openxmlformats.org/drawingml/2006/main">
            <a:pPr lvl="2">
              <a:buNone/>
            </a:pPr>
            <a:r>
              <a:t>세 번째 수준</a:t>
            </a:r>
          </a:p>
          <a:p xmlns:a="http://schemas.openxmlformats.org/drawingml/2006/main">
            <a:pPr lvl="3">
              <a:buNone/>
            </a:pPr>
            <a:r>
              <a:t>네 번째 수준</a:t>
            </a:r>
          </a:p>
          <a:p xmlns:a="http://schemas.openxmlformats.org/drawingml/2006/main">
            <a:pPr lvl="4">
              <a:buNone/>
            </a:pPr>
            <a:r>
              <a:t>다섯 번째 수준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802C95BA-4ED1-4D0D-95D0-1581CFFB6E1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82328" y="2057400"/>
            <a:ext cx="3194943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5FD7B7AA-AD16-47E1-AC5C-83DA0EAA445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0F51B65-CB5E-424A-A210-7B3C910D82A4}" type="datetimeFigureOut">
              <a:t>2026-03-11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548373A9-9779-4193-8A92-6A6B465F522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64070624-CF33-41E9-B4CF-17B26A91E68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39D83CF-7E3D-4B84-8DE6-7065637E81D2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571BEE4-4127-4AC7-BF39-E1BBAEC3445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2328" y="457200"/>
            <a:ext cx="3194943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A9154705-59EA-433B-8C16-2CC235326931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4211340" y="987427"/>
            <a:ext cx="5014913" cy="4873625"/>
          </a:xfrm>
        </p:spPr>
        <p:txBody>
          <a:bodyPr xmlns:a="http://schemas.openxmlformats.org/drawingml/2006/main" anchor="t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r>
              <a:t>그림을 추가하려면 아이콘을 클릭하십시오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9A5CF9B3-8D7B-4FDD-9D16-4C9CAE31323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82328" y="2057400"/>
            <a:ext cx="3194943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232F9C75-7189-44FE-AA2E-C7DA5A9DB31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0F51B65-CB5E-424A-A210-7B3C910D82A4}" type="datetimeFigureOut">
              <a:t>2026-03-11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48A0D0BB-7DC5-4614-9812-4378CD2E23D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FF088B4E-2198-4B30-B752-AAFEA8C3ED1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39D83CF-7E3D-4B84-8DE6-7065637E81D2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96C298A-EC8F-4BCE-8E92-B231FF31453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D2889B9E-B697-426E-BB65-9DB9F99DF73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  <a:p xmlns:a="http://schemas.openxmlformats.org/drawingml/2006/main">
            <a:pPr lvl="1">
              <a:buNone/>
            </a:pPr>
            <a:r>
              <a:t>두 번째 수준</a:t>
            </a:r>
          </a:p>
          <a:p xmlns:a="http://schemas.openxmlformats.org/drawingml/2006/main">
            <a:pPr lvl="2">
              <a:buNone/>
            </a:pPr>
            <a:r>
              <a:t>세 번째 수준</a:t>
            </a:r>
          </a:p>
          <a:p xmlns:a="http://schemas.openxmlformats.org/drawingml/2006/main">
            <a:pPr lvl="3">
              <a:buNone/>
            </a:pPr>
            <a:r>
              <a:t>네 번째 수준</a:t>
            </a:r>
          </a:p>
          <a:p xmlns:a="http://schemas.openxmlformats.org/drawingml/2006/main">
            <a:pPr lvl="4">
              <a:buNone/>
            </a:pPr>
            <a:r>
              <a:t>다섯 번째 수준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D50BE1E6-CF0B-428B-8A9C-9C276F03585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0F51B65-CB5E-424A-A210-7B3C910D82A4}" type="datetimeFigureOut">
              <a:t>2026-03-11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911EF520-872E-4F4E-BFB2-8861E67B404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06F2314-27DC-42E8-83AD-289DC0EE772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39D83CF-7E3D-4B84-8DE6-7065637E81D2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65EA8F58-5C71-41DB-8F14-D0700232A2F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088982" y="365125"/>
            <a:ext cx="2135981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786E6FE3-1C1D-4F21-B70B-6B19327DE83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1038" y="365125"/>
            <a:ext cx="6284119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  <a:p xmlns:a="http://schemas.openxmlformats.org/drawingml/2006/main">
            <a:pPr lvl="1">
              <a:buNone/>
            </a:pPr>
            <a:r>
              <a:t>두 번째 수준</a:t>
            </a:r>
          </a:p>
          <a:p xmlns:a="http://schemas.openxmlformats.org/drawingml/2006/main">
            <a:pPr lvl="2">
              <a:buNone/>
            </a:pPr>
            <a:r>
              <a:t>세 번째 수준</a:t>
            </a:r>
          </a:p>
          <a:p xmlns:a="http://schemas.openxmlformats.org/drawingml/2006/main">
            <a:pPr lvl="3">
              <a:buNone/>
            </a:pPr>
            <a:r>
              <a:t>네 번째 수준</a:t>
            </a:r>
          </a:p>
          <a:p xmlns:a="http://schemas.openxmlformats.org/drawingml/2006/main">
            <a:pPr lvl="4">
              <a:buNone/>
            </a:pPr>
            <a:r>
              <a:t>다섯 번째 수준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029FA3D3-F7BC-4038-8E9F-414543839AD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0F51B65-CB5E-424A-A210-7B3C910D82A4}" type="datetimeFigureOut">
              <a:t>2026-03-11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25FE1AF-24B2-4F78-8CB9-B90E1737015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6B04034-3B61-4C83-A111-55FDC73AC0F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39D83CF-7E3D-4B84-8DE6-7065637E81D2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e32d9b3c11c4fc1" /><Relationship Type="http://schemas.openxmlformats.org/officeDocument/2006/relationships/slideLayout" Target="/ppt/slideLayouts/slideLayout1.xml" Id="R2007cf6e7579462f" /><Relationship Type="http://schemas.openxmlformats.org/officeDocument/2006/relationships/slideLayout" Target="/ppt/slideLayouts/slideLayout2.xml" Id="R0e586641f39347e7" /><Relationship Type="http://schemas.openxmlformats.org/officeDocument/2006/relationships/slideLayout" Target="/ppt/slideLayouts/slideLayout3.xml" Id="R148c59fbf15a4283" /><Relationship Type="http://schemas.openxmlformats.org/officeDocument/2006/relationships/slideLayout" Target="/ppt/slideLayouts/slideLayout4.xml" Id="Rc3db37148f9346e2" /><Relationship Type="http://schemas.openxmlformats.org/officeDocument/2006/relationships/slideLayout" Target="/ppt/slideLayouts/slideLayout5.xml" Id="Rf5652a0315ba4d37" /><Relationship Type="http://schemas.openxmlformats.org/officeDocument/2006/relationships/slideLayout" Target="/ppt/slideLayouts/slideLayout6.xml" Id="Rc1a133ffbd1846c1" /><Relationship Type="http://schemas.openxmlformats.org/officeDocument/2006/relationships/slideLayout" Target="/ppt/slideLayouts/slideLayout7.xml" Id="R9c200b3895a9437b" /><Relationship Type="http://schemas.openxmlformats.org/officeDocument/2006/relationships/slideLayout" Target="/ppt/slideLayouts/slideLayout8.xml" Id="Rdc5750bc29704d60" /><Relationship Type="http://schemas.openxmlformats.org/officeDocument/2006/relationships/slideLayout" Target="/ppt/slideLayouts/slideLayout9.xml" Id="Reff6f916da414be1" /><Relationship Type="http://schemas.openxmlformats.org/officeDocument/2006/relationships/slideLayout" Target="/ppt/slideLayouts/slideLayout10.xml" Id="R3752b486fee741c6" /><Relationship Type="http://schemas.openxmlformats.org/officeDocument/2006/relationships/slideLayout" Target="/ppt/slideLayouts/slideLayout11.xml" Id="Rabbd6669f7e74488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3181A880-2020-48B6-8FDB-6D65DF53581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1038" y="365127"/>
            <a:ext cx="8543925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A5E7B47D-EB12-400E-BB03-31F88842BF8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1038" y="1825625"/>
            <a:ext cx="8543925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  <a:p xmlns:a="http://schemas.openxmlformats.org/drawingml/2006/main">
            <a:pPr lvl="1">
              <a:buNone/>
            </a:pPr>
            <a:r>
              <a:t>두 번째 수준</a:t>
            </a:r>
          </a:p>
          <a:p xmlns:a="http://schemas.openxmlformats.org/drawingml/2006/main">
            <a:pPr lvl="2">
              <a:buNone/>
            </a:pPr>
            <a:r>
              <a:t>세 번째 수준</a:t>
            </a:r>
          </a:p>
          <a:p xmlns:a="http://schemas.openxmlformats.org/drawingml/2006/main">
            <a:pPr lvl="3">
              <a:buNone/>
            </a:pPr>
            <a:r>
              <a:t>네 번째 수준</a:t>
            </a:r>
          </a:p>
          <a:p xmlns:a="http://schemas.openxmlformats.org/drawingml/2006/main">
            <a:pPr lvl="4">
              <a:buNone/>
            </a:pPr>
            <a:r>
              <a:t>다섯 번째 수준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28E19C02-6611-41FD-BA6F-74507FBBDE9C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681038" y="6356352"/>
            <a:ext cx="222885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C0F51B65-CB5E-424A-A210-7B3C910D82A4}" type="datetimeFigureOut">
              <a:t>2026-03-11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4CF35F8-167F-4841-9B39-B7BC90CFB9D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281363" y="6356352"/>
            <a:ext cx="3343275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0002AF7-6B67-4E95-A75E-29424EAE15D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996113" y="6356352"/>
            <a:ext cx="222885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639D83CF-7E3D-4B84-8DE6-7065637E81D2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007cf6e7579462f"/>
    <p:sldLayoutId xmlns:r="http://schemas.openxmlformats.org/officeDocument/2006/relationships" id="2147483650" r:id="R0e586641f39347e7"/>
    <p:sldLayoutId xmlns:r="http://schemas.openxmlformats.org/officeDocument/2006/relationships" id="2147483651" r:id="R148c59fbf15a4283"/>
    <p:sldLayoutId xmlns:r="http://schemas.openxmlformats.org/officeDocument/2006/relationships" id="2147483652" r:id="Rc3db37148f9346e2"/>
    <p:sldLayoutId xmlns:r="http://schemas.openxmlformats.org/officeDocument/2006/relationships" id="2147483653" r:id="Rf5652a0315ba4d37"/>
    <p:sldLayoutId xmlns:r="http://schemas.openxmlformats.org/officeDocument/2006/relationships" id="2147483654" r:id="Rc1a133ffbd1846c1"/>
    <p:sldLayoutId xmlns:r="http://schemas.openxmlformats.org/officeDocument/2006/relationships" id="2147483655" r:id="R9c200b3895a9437b"/>
    <p:sldLayoutId xmlns:r="http://schemas.openxmlformats.org/officeDocument/2006/relationships" id="2147483656" r:id="Rdc5750bc29704d60"/>
    <p:sldLayoutId xmlns:r="http://schemas.openxmlformats.org/officeDocument/2006/relationships" id="2147483657" r:id="Reff6f916da414be1"/>
    <p:sldLayoutId xmlns:r="http://schemas.openxmlformats.org/officeDocument/2006/relationships" id="2147483658" r:id="R3752b486fee741c6"/>
    <p:sldLayoutId xmlns:r="http://schemas.openxmlformats.org/officeDocument/2006/relationships" id="2147483659" r:id="Rabbd6669f7e74488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8ef9bdeab745da" /><Relationship Type="http://schemas.openxmlformats.org/officeDocument/2006/relationships/notesSlide" Target="/ppt/notesSlides/notesSlide1.xml" Id="R9a810037159142e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93434c811014d98" /><Relationship Type="http://schemas.openxmlformats.org/officeDocument/2006/relationships/notesSlide" Target="/ppt/notesSlides/notesSlide2.xml" Id="Ra66c4ecc51f04fa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b67830d41404633" /><Relationship Type="http://schemas.openxmlformats.org/officeDocument/2006/relationships/notesSlide" Target="/ppt/notesSlides/notesSlide3.xml" Id="R9808963f23044e4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983bba162b94b9b" /><Relationship Type="http://schemas.openxmlformats.org/officeDocument/2006/relationships/notesSlide" Target="/ppt/notesSlides/notesSlide4.xml" Id="Rbb246ad5f075408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adc89d5ac65428f" /><Relationship Type="http://schemas.openxmlformats.org/officeDocument/2006/relationships/notesSlide" Target="/ppt/notesSlides/notesSlide5.xml" Id="Rca0fdafe001f43b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84f7fdf79004a49" /><Relationship Type="http://schemas.openxmlformats.org/officeDocument/2006/relationships/notesSlide" Target="/ppt/notesSlides/notesSlide6.xml" Id="R2634957bf8484e6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11bcb085d5a4b6a" /><Relationship Type="http://schemas.openxmlformats.org/officeDocument/2006/relationships/notesSlide" Target="/ppt/notesSlides/notesSlide7.xml" Id="Rd67a4f0e5982477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41532914f584412" /><Relationship Type="http://schemas.openxmlformats.org/officeDocument/2006/relationships/notesSlide" Target="/ppt/notesSlides/notesSlide8.xml" Id="Rec5186569fdb4fc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667ce36d52e4866" /><Relationship Type="http://schemas.openxmlformats.org/officeDocument/2006/relationships/notesSlide" Target="/ppt/notesSlides/notesSlide9.xml" Id="R544e465107d9459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3b62c3a3c0540ea" /><Relationship Type="http://schemas.openxmlformats.org/officeDocument/2006/relationships/notesSlide" Target="/ppt/notesSlides/notesSlide10.xml" Id="R0f80e079c3e5486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38a402b06a64a31" /><Relationship Type="http://schemas.openxmlformats.org/officeDocument/2006/relationships/notesSlide" Target="/ppt/notesSlides/notesSlide11.xml" Id="Rf29b119278e0461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4ec388838ec4717" /><Relationship Type="http://schemas.openxmlformats.org/officeDocument/2006/relationships/notesSlide" Target="/ppt/notesSlides/notesSlide12.xml" Id="R22683eab58a341d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7d287fb701640e1" /><Relationship Type="http://schemas.openxmlformats.org/officeDocument/2006/relationships/notesSlide" Target="/ppt/notesSlides/notesSlide13.xml" Id="Rc2a70b86b6d9497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77380ed12f542c5" /><Relationship Type="http://schemas.openxmlformats.org/officeDocument/2006/relationships/notesSlide" Target="/ppt/notesSlides/notesSlide14.xml" Id="Rfac08a1b89d34f2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1dac950a7c94395" /><Relationship Type="http://schemas.openxmlformats.org/officeDocument/2006/relationships/notesSlide" Target="/ppt/notesSlides/notesSlide15.xml" Id="Rb79c2d6cbcad4ed4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fcf801ee62646b9" /><Relationship Type="http://schemas.openxmlformats.org/officeDocument/2006/relationships/notesSlide" Target="/ppt/notesSlides/notesSlide16.xml" Id="R3f8ab15b5e424f27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직사각형 3">
            <a:extLst xmlns:a="http://schemas.openxmlformats.org/drawingml/2006/main">
              <a:ext uri="{FF2B5EF4-FFF2-40B4-BE49-F238E27FC236}">
                <a16:creationId xmlns:a16="http://schemas.microsoft.com/office/drawing/2014/main" id="{71273D11-8210-435D-BDAC-C669D9D5E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906000" cy="5117284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6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4EEE7E3D-8D7F-41CA-9EB8-27D660476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395" y="1270933"/>
            <a:ext cx="6006773" cy="181588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rPr sz="2000" b="1">
                <a:solidFill>
                  <a:schemeClr val="bg1"/>
                </a:solidFill>
              </a:rPr>
              <a:t>과제명 : 목포 청년 알려드림</a:t>
            </a:r>
          </a:p>
          <a:p xmlns:a="http://schemas.openxmlformats.org/drawingml/2006/main">
            <a:pPr lvl="0">
              <a:buNone/>
            </a:pPr>
            <a:r>
              <a:rPr sz="2000" b="1">
                <a:solidFill>
                  <a:schemeClr val="bg1"/>
                </a:solidFill>
              </a:rPr>
              <a:t>부제 : LLM·RAG 기반 맞춤형 청년정책 추천·신청 준비 서비스</a:t>
            </a:r>
          </a:p>
          <a:p xmlns:a="http://schemas.openxmlformats.org/drawingml/2006/main">
            <a:pPr lvl="0">
              <a:buNone/>
            </a:pPr>
            <a:r>
              <a:t/>
            </a:r>
            <a:endParaRPr b="1">
              <a:solidFill>
                <a:schemeClr val="bg1"/>
              </a:solidFill>
            </a:endParaRPr>
          </a:p>
          <a:p xmlns:a="http://schemas.openxmlformats.org/drawingml/2006/main">
            <a:pPr lvl="0">
              <a:buNone/>
            </a:pPr>
            <a:r>
              <a:rPr sz="5400" b="1">
                <a:solidFill>
                  <a:schemeClr val="bg1"/>
                </a:solidFill>
              </a:rPr>
              <a:t>화면설계서</a:t>
            </a:r>
            <a:endParaRPr sz="5400" b="1">
              <a:solidFill>
                <a:schemeClr val="bg1"/>
              </a:solidFill>
            </a:endParaRPr>
          </a:p>
        </p:txBody>
      </p:sp>
      <p:sp>
        <p:nvSpPr>
          <p:cNvPr id="7" name="직선 연결선 6">
            <a:extLst xmlns:a="http://schemas.openxmlformats.org/drawingml/2006/main">
              <a:ext uri="{FF2B5EF4-FFF2-40B4-BE49-F238E27FC236}">
                <a16:creationId xmlns:a16="http://schemas.microsoft.com/office/drawing/2014/main" id="{53837021-31FB-4982-85A4-3C6D31873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064" y="939567"/>
            <a:ext cx="411061" cy="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7AF14D51-0457-4BC1-89D1-00F1F49D9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7618" y="5859736"/>
            <a:ext cx="4224233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b="1"/>
              <a:t>팀명 : 특이점이 온다</a:t>
            </a:r>
            <a:endParaRPr/>
          </a:p>
          <a:p xmlns:a="http://schemas.openxmlformats.org/drawingml/2006/main">
            <a:pPr algn="r">
              <a:buNone/>
            </a:pPr>
            <a:r>
              <a:rPr b="1"/>
              <a:t>팀원 : 민경석 / 방진욱 / 김광철 / 김연규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DADFC16A-2690-40BD-8FB6-D80EEED4F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369" y="6136735"/>
            <a:ext cx="1348446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b="1"/>
              <a:t>2026. 08. 31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22750367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TextBox 40">
            <a:extLst xmlns:a="http://schemas.openxmlformats.org/drawingml/2006/main">
              <a:ext uri="{FF2B5EF4-FFF2-40B4-BE49-F238E27FC236}">
                <a16:creationId xmlns:a16="http://schemas.microsoft.com/office/drawing/2014/main" id="{4D358212-A426-4CB2-8180-C13320014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454" y="408446"/>
            <a:ext cx="1826141" cy="5847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rPr sz="3200" b="1"/>
              <a:t>변경이력</a:t>
            </a:r>
            <a:endParaRPr sz="3200"/>
          </a:p>
        </p:txBody>
      </p:sp>
      <p:sp>
        <p:nvSpPr>
          <p:cNvPr id="42" name="직선 연결선 41">
            <a:extLst xmlns:a="http://schemas.openxmlformats.org/drawingml/2006/main">
              <a:ext uri="{FF2B5EF4-FFF2-40B4-BE49-F238E27FC236}">
                <a16:creationId xmlns:a16="http://schemas.microsoft.com/office/drawing/2014/main" id="{9D54D676-07A9-4FC6-86C4-6EC636E20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673" y="1098958"/>
            <a:ext cx="873294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graphicFrame>
        <p:nvGraphicFramePr>
          <p:cNvPr id="46" name="표 3"/>
          <p:cNvGraphicFramePr/>
          <p:nvPr/>
        </p:nvGraphicFramePr>
        <p:xfrm>
          <a:off xmlns:a="http://schemas.openxmlformats.org/drawingml/2006/main" x="553672" y="1443416"/>
          <a:ext xmlns:a="http://schemas.openxmlformats.org/drawingml/2006/main" cx="8732939" cy="2804375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7928"/>
                <a:gridCol w="1000125"/>
                <a:gridCol w="4419600"/>
                <a:gridCol w="1247643"/>
                <a:gridCol w="1247643"/>
              </a:tblGrid>
              <a:tr h="23500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00" b="1"/>
                        <a:t>버전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00" b="1"/>
                        <a:t>작성일자</a:t>
                      </a:r>
                    </a:p>
                  </a:txBody>
                  <a:tcPr marL="91440" marR="91440" marT="45720" marB="4572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00" b="1"/>
                        <a:t>수정사항</a:t>
                      </a:r>
                    </a:p>
                  </a:txBody>
                  <a:tcPr marL="91440" marR="91440" marT="45720" marB="4572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00" b="1"/>
                        <a:t>작성자</a:t>
                      </a:r>
                    </a:p>
                  </a:txBody>
                  <a:tcPr marL="91440" marR="91440" marT="45720" marB="45720" anchor="ctr">
                    <a:lnL w="12700" cmpd="sng">
                      <a:noFill/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00" b="1"/>
                        <a:t>검수자</a:t>
                      </a:r>
                      <a:endParaRPr sz="1600" b="1"/>
                    </a:p>
                  </a:txBody>
                  <a:tcPr marL="91440" marR="91440" marT="45720" marB="4572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</a:tr>
              <a:tr h="39018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00">
                          <a:solidFill>
                            <a:schemeClr val="bg2">
                              <a:lumMod val="75000"/>
                            </a:schemeClr>
                          </a:solidFill>
                        </a:rPr>
                        <a:t>0.2</a:t>
                      </a:r>
                      <a:endParaRPr sz="1400">
                        <a:solidFill>
                          <a:schemeClr val="bg2">
                            <a:lumMod val="7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00">
                          <a:solidFill>
                            <a:schemeClr val="bg2">
                              <a:lumMod val="75000"/>
                            </a:schemeClr>
                          </a:solidFill>
                        </a:rPr>
                        <a:t>2026.08.30</a:t>
                      </a:r>
                      <a:endParaRPr sz="1400">
                        <a:solidFill>
                          <a:schemeClr val="bg2">
                            <a:lumMod val="7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>
                          <a:solidFill>
                            <a:schemeClr val="bg2">
                              <a:lumMod val="75000"/>
                            </a:schemeClr>
                          </a:solidFill>
                        </a:rPr>
                        <a:t>맞춤 추천·검색·AI 상담 화면 정의</a:t>
                      </a:r>
                      <a:endParaRPr sz="1400">
                        <a:solidFill>
                          <a:schemeClr val="bg2">
                            <a:lumMod val="7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00">
                          <a:solidFill>
                            <a:schemeClr val="bg2">
                              <a:lumMod val="75000"/>
                            </a:schemeClr>
                          </a:solidFill>
                        </a:rPr>
                        <a:t>6조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00">
                          <a:solidFill>
                            <a:schemeClr val="bg2">
                              <a:lumMod val="75000"/>
                            </a:schemeClr>
                          </a:solidFill>
                        </a:rPr>
                        <a:t>민경석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39018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00">
                          <a:solidFill>
                            <a:schemeClr val="bg2">
                              <a:lumMod val="75000"/>
                            </a:schemeClr>
                          </a:solidFill>
                        </a:rPr>
                        <a:t>1.0</a:t>
                      </a:r>
                      <a:endParaRPr sz="1400">
                        <a:solidFill>
                          <a:schemeClr val="bg2">
                            <a:lumMod val="7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00">
                          <a:solidFill>
                            <a:schemeClr val="bg2">
                              <a:lumMod val="75000"/>
                            </a:schemeClr>
                          </a:solidFill>
                        </a:rPr>
                        <a:t>2026.08.31</a:t>
                      </a:r>
                      <a:endParaRPr sz="1400">
                        <a:solidFill>
                          <a:schemeClr val="bg2">
                            <a:lumMod val="7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>
                          <a:solidFill>
                            <a:schemeClr val="bg2">
                              <a:lumMod val="75000"/>
                            </a:schemeClr>
                          </a:solidFill>
                        </a:rPr>
                        <a:t>서류 작성 지원 및 최종 화면설계서 정리</a:t>
                      </a:r>
                      <a:endParaRPr sz="1400">
                        <a:solidFill>
                          <a:schemeClr val="bg2">
                            <a:lumMod val="75000"/>
                          </a:schemeClr>
                        </a:solidFill>
                      </a:endParaRPr>
                    </a:p>
                  </a:txBody>
                  <a:tcPr marL="91440" marR="91440" marT="45720" marB="4572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00">
                          <a:solidFill>
                            <a:schemeClr val="bg2">
                              <a:lumMod val="75000"/>
                            </a:schemeClr>
                          </a:solidFill>
                        </a:rPr>
                        <a:t>6조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00">
                          <a:solidFill>
                            <a:schemeClr val="bg2">
                              <a:lumMod val="75000"/>
                            </a:schemeClr>
                          </a:solidFill>
                        </a:rPr>
                        <a:t>팀 검수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39018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L="91440" marR="91440" marT="45720" marB="4572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L="91440" marR="91440" marT="45720" marB="4572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L="91440" marR="91440" marT="45720" marB="4572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L="91440" marR="91440" marT="45720" marB="4572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L="91440" marR="91440" marT="45720" marB="4572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39018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L="91440" marR="91440" marT="45720" marB="4572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L="91440" marR="91440" marT="45720" marB="4572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L="91440" marR="91440" marT="45720" marB="4572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L="91440" marR="91440" marT="45720" marB="4572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L="91440" marR="91440" marT="45720" marB="4572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39018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L="91440" marR="91440" marT="45720" marB="4572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L="91440" marR="91440" marT="45720" marB="4572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L="91440" marR="91440" marT="45720" marB="4572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L="91440" marR="91440" marT="45720" marB="4572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L="91440" marR="91440" marT="45720" marB="4572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39018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L="91440" marR="91440" marT="45720" marB="4572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L="91440" marR="91440" marT="45720" marB="4572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L="91440" marR="91440" marT="45720" marB="4572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L="91440" marR="91440" marT="45720" marB="4572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L="91440" marR="91440" marT="45720" marB="4572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5183795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02" name="연결선: 꺾임 74"/>
          <p:cNvCxnSpPr>
            <a:stCxn xmlns:a="http://schemas.openxmlformats.org/drawingml/2006/main" id="4" idx="0"/>
            <a:endCxn xmlns:a="http://schemas.openxmlformats.org/drawingml/2006/main" id="2" idx="2"/>
          </p:cNvCxnSpPr>
          <p:nvPr/>
        </p:nvCxnSpPr>
        <p:spPr>
          <a:xfrm xmlns:a="http://schemas.openxmlformats.org/drawingml/2006/main" rot="5400000" flipH="1" flipV="1">
            <a:off x="2711873" y="1037705"/>
            <a:ext cx="700366" cy="3781888"/>
          </a:xfrm>
          <a:prstGeom xmlns:a="http://schemas.openxmlformats.org/drawingml/2006/main" prst="bentConnector3">
            <a:avLst/>
          </a:prstGeom>
          <a:ln xmlns:a="http://schemas.openxmlformats.org/drawingml/2006/main" w="19050">
            <a:solidFill>
              <a:schemeClr val="tx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103" name="연결선: 꺾임 75"/>
          <p:cNvCxnSpPr>
            <a:stCxn xmlns:a="http://schemas.openxmlformats.org/drawingml/2006/main" id="17" idx="0"/>
            <a:endCxn xmlns:a="http://schemas.openxmlformats.org/drawingml/2006/main" id="2" idx="2"/>
          </p:cNvCxnSpPr>
          <p:nvPr/>
        </p:nvCxnSpPr>
        <p:spPr>
          <a:xfrm xmlns:a="http://schemas.openxmlformats.org/drawingml/2006/main" rot="16200000" flipV="1">
            <a:off x="6460905" y="1070561"/>
            <a:ext cx="700366" cy="37161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chemeClr val="tx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104" name="직선 연결선 79"/>
          <p:cNvCxnSpPr>
            <a:stCxn xmlns:a="http://schemas.openxmlformats.org/drawingml/2006/main" id="26" idx="0"/>
          </p:cNvCxnSpPr>
          <p:nvPr/>
        </p:nvCxnSpPr>
        <p:spPr>
          <a:xfrm xmlns:a="http://schemas.openxmlformats.org/drawingml/2006/main" flipH="1" flipV="1">
            <a:off x="2659380" y="2926954"/>
            <a:ext cx="6374" cy="1668802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chemeClr val="tx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105" name="직선 연결선 80"/>
          <p:cNvCxnSpPr>
            <a:stCxn xmlns:a="http://schemas.openxmlformats.org/drawingml/2006/main" id="32" idx="0"/>
          </p:cNvCxnSpPr>
          <p:nvPr/>
        </p:nvCxnSpPr>
        <p:spPr>
          <a:xfrm xmlns:a="http://schemas.openxmlformats.org/drawingml/2006/main" flipH="1" flipV="1">
            <a:off x="4159529" y="2926954"/>
            <a:ext cx="10973" cy="1668802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chemeClr val="tx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106" name="직선 연결선 81"/>
          <p:cNvCxnSpPr>
            <a:stCxn xmlns:a="http://schemas.openxmlformats.org/drawingml/2006/main" id="34" idx="0"/>
          </p:cNvCxnSpPr>
          <p:nvPr/>
        </p:nvCxnSpPr>
        <p:spPr>
          <a:xfrm xmlns:a="http://schemas.openxmlformats.org/drawingml/2006/main" flipH="1" flipV="1">
            <a:off x="5657729" y="2926954"/>
            <a:ext cx="1951" cy="2197121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chemeClr val="tx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107" name="직선 연결선 86"/>
          <p:cNvCxnSpPr>
            <a:stCxn xmlns:a="http://schemas.openxmlformats.org/drawingml/2006/main" id="8" idx="0"/>
          </p:cNvCxnSpPr>
          <p:nvPr/>
        </p:nvCxnSpPr>
        <p:spPr>
          <a:xfrm xmlns:a="http://schemas.openxmlformats.org/drawingml/2006/main" flipV="1">
            <a:off x="7169564" y="2926954"/>
            <a:ext cx="0" cy="351878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chemeClr val="tx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sp>
        <p:nvSpPr>
          <p:cNvPr id="41" name="TextBox 40">
            <a:extLst xmlns:a="http://schemas.openxmlformats.org/drawingml/2006/main">
              <a:ext uri="{FF2B5EF4-FFF2-40B4-BE49-F238E27FC236}">
                <a16:creationId xmlns:a16="http://schemas.microsoft.com/office/drawing/2014/main" id="{DD90209C-56DF-4C97-81D5-7FDA0DFD2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454" y="408446"/>
            <a:ext cx="1919115" cy="5847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200" b="1"/>
              <a:t>메뉴 구성</a:t>
            </a:r>
            <a:endParaRPr sz="3200"/>
          </a:p>
        </p:txBody>
      </p:sp>
      <p:sp>
        <p:nvSpPr>
          <p:cNvPr id="42" name="직선 연결선 41">
            <a:extLst xmlns:a="http://schemas.openxmlformats.org/drawingml/2006/main">
              <a:ext uri="{FF2B5EF4-FFF2-40B4-BE49-F238E27FC236}">
                <a16:creationId xmlns:a16="http://schemas.microsoft.com/office/drawing/2014/main" id="{784439F5-C760-4F52-ACDF-7D1C70C31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673" y="1098958"/>
            <a:ext cx="873294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" name="직사각형 1">
            <a:extLst xmlns:a="http://schemas.openxmlformats.org/drawingml/2006/main">
              <a:ext uri="{FF2B5EF4-FFF2-40B4-BE49-F238E27FC236}">
                <a16:creationId xmlns:a16="http://schemas.microsoft.com/office/drawing/2014/main" id="{C44D8FFE-2CD7-4450-310B-A7185D070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3681" y="2210906"/>
            <a:ext cx="1558638" cy="36756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/>
              <a:t>목포 청년 알려드림</a:t>
            </a:r>
            <a:endParaRPr sz="1600"/>
          </a:p>
        </p:txBody>
      </p:sp>
      <p:sp>
        <p:nvSpPr>
          <p:cNvPr id="4" name="직사각형 3">
            <a:extLst xmlns:a="http://schemas.openxmlformats.org/drawingml/2006/main">
              <a:ext uri="{FF2B5EF4-FFF2-40B4-BE49-F238E27FC236}">
                <a16:creationId xmlns:a16="http://schemas.microsoft.com/office/drawing/2014/main" id="{FD6DE471-7A17-4A55-9DA0-0D7D9C317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673" y="3278832"/>
            <a:ext cx="1234877" cy="30033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6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/>
              <a:t>맞춤 정책</a:t>
            </a:r>
            <a:endParaRPr sz="1000"/>
          </a:p>
        </p:txBody>
      </p:sp>
      <p:sp>
        <p:nvSpPr>
          <p:cNvPr id="5" name="직사각형 4">
            <a:extLst xmlns:a="http://schemas.openxmlformats.org/drawingml/2006/main">
              <a:ext uri="{FF2B5EF4-FFF2-40B4-BE49-F238E27FC236}">
                <a16:creationId xmlns:a16="http://schemas.microsoft.com/office/drawing/2014/main" id="{E55319CE-4503-4400-9DFE-40A1F29A8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8315" y="3278832"/>
            <a:ext cx="1234877" cy="30033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6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/>
              <a:t>AI 상담</a:t>
            </a:r>
            <a:endParaRPr sz="1000"/>
          </a:p>
        </p:txBody>
      </p:sp>
      <p:sp>
        <p:nvSpPr>
          <p:cNvPr id="6" name="직사각형 5">
            <a:extLst xmlns:a="http://schemas.openxmlformats.org/drawingml/2006/main">
              <a:ext uri="{FF2B5EF4-FFF2-40B4-BE49-F238E27FC236}">
                <a16:creationId xmlns:a16="http://schemas.microsoft.com/office/drawing/2014/main" id="{96168F6E-AE1B-459A-82A9-8C61841C8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3063" y="3278832"/>
            <a:ext cx="1234877" cy="30033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6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/>
              <a:t>정책 검색</a:t>
            </a:r>
            <a:endParaRPr sz="1000"/>
          </a:p>
        </p:txBody>
      </p:sp>
      <p:sp>
        <p:nvSpPr>
          <p:cNvPr id="7" name="직사각형 6">
            <a:extLst xmlns:a="http://schemas.openxmlformats.org/drawingml/2006/main">
              <a:ext uri="{FF2B5EF4-FFF2-40B4-BE49-F238E27FC236}">
                <a16:creationId xmlns:a16="http://schemas.microsoft.com/office/drawing/2014/main" id="{F2602C96-54B8-4F5A-998C-2E503C893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2241" y="3278832"/>
            <a:ext cx="1234877" cy="30033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6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/>
              <a:t>신청 준비함</a:t>
            </a:r>
          </a:p>
        </p:txBody>
      </p:sp>
      <p:sp>
        <p:nvSpPr>
          <p:cNvPr id="8" name="직사각형 7">
            <a:extLst xmlns:a="http://schemas.openxmlformats.org/drawingml/2006/main">
              <a:ext uri="{FF2B5EF4-FFF2-40B4-BE49-F238E27FC236}">
                <a16:creationId xmlns:a16="http://schemas.microsoft.com/office/drawing/2014/main" id="{92CCD3F2-5090-4576-A2CD-4ED8EC0F6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2125" y="3278832"/>
            <a:ext cx="1234877" cy="30033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6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/>
              <a:t>위시리스트</a:t>
            </a:r>
          </a:p>
        </p:txBody>
      </p:sp>
      <p:sp>
        <p:nvSpPr>
          <p:cNvPr id="17" name="직사각형 16">
            <a:extLst xmlns:a="http://schemas.openxmlformats.org/drawingml/2006/main">
              <a:ext uri="{FF2B5EF4-FFF2-40B4-BE49-F238E27FC236}">
                <a16:creationId xmlns:a16="http://schemas.microsoft.com/office/drawing/2014/main" id="{45E9D7E2-7DE8-4CCE-B8EE-12B871BBA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1736" y="3278832"/>
            <a:ext cx="1234877" cy="30033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6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/>
              <a:t>마이페이지</a:t>
            </a:r>
          </a:p>
        </p:txBody>
      </p:sp>
      <p:sp>
        <p:nvSpPr>
          <p:cNvPr id="18" name="직사각형 17">
            <a:extLst xmlns:a="http://schemas.openxmlformats.org/drawingml/2006/main">
              <a:ext uri="{FF2B5EF4-FFF2-40B4-BE49-F238E27FC236}">
                <a16:creationId xmlns:a16="http://schemas.microsoft.com/office/drawing/2014/main" id="{C14EB1B0-747F-3939-D09C-E6612A5DB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8315" y="3720146"/>
            <a:ext cx="1234877" cy="30033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solidFill>
              <a:srgbClr val="0090D0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>
                <a:solidFill>
                  <a:schemeClr val="tx1"/>
                </a:solidFill>
              </a:rPr>
              <a:t>프로필 등록</a:t>
            </a:r>
          </a:p>
        </p:txBody>
      </p:sp>
      <p:sp>
        <p:nvSpPr>
          <p:cNvPr id="19" name="직사각형 18">
            <a:extLst xmlns:a="http://schemas.openxmlformats.org/drawingml/2006/main">
              <a:ext uri="{FF2B5EF4-FFF2-40B4-BE49-F238E27FC236}">
                <a16:creationId xmlns:a16="http://schemas.microsoft.com/office/drawing/2014/main" id="{5A35D635-F4FB-51B6-1BDC-0EC504F80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8315" y="4156006"/>
            <a:ext cx="1234877" cy="30033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solidFill>
              <a:srgbClr val="0090D0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>
                <a:solidFill>
                  <a:schemeClr val="tx1"/>
                </a:solidFill>
              </a:rPr>
              <a:t>추천 목록</a:t>
            </a:r>
            <a:endParaRPr sz="1000">
              <a:solidFill>
                <a:schemeClr val="tx1"/>
              </a:solidFill>
            </a:endParaRPr>
          </a:p>
        </p:txBody>
      </p:sp>
      <p:sp>
        <p:nvSpPr>
          <p:cNvPr id="26" name="직사각형 25">
            <a:extLst xmlns:a="http://schemas.openxmlformats.org/drawingml/2006/main">
              <a:ext uri="{FF2B5EF4-FFF2-40B4-BE49-F238E27FC236}">
                <a16:creationId xmlns:a16="http://schemas.microsoft.com/office/drawing/2014/main" id="{9285317A-1E49-B3CC-A3A0-568B5E7B0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8315" y="4595756"/>
            <a:ext cx="1234877" cy="30033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solidFill>
              <a:srgbClr val="0090D0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>
                <a:solidFill>
                  <a:schemeClr val="tx1"/>
                </a:solidFill>
              </a:rPr>
              <a:t>자격 진단</a:t>
            </a:r>
            <a:endParaRPr sz="1000">
              <a:solidFill>
                <a:schemeClr val="tx1"/>
              </a:solidFill>
            </a:endParaRPr>
          </a:p>
        </p:txBody>
      </p:sp>
      <p:sp>
        <p:nvSpPr>
          <p:cNvPr id="29" name="직사각형 28">
            <a:extLst xmlns:a="http://schemas.openxmlformats.org/drawingml/2006/main">
              <a:ext uri="{FF2B5EF4-FFF2-40B4-BE49-F238E27FC236}">
                <a16:creationId xmlns:a16="http://schemas.microsoft.com/office/drawing/2014/main" id="{10D89CA4-6FB9-9CCB-DEE7-1AB6DE7F7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3063" y="3717419"/>
            <a:ext cx="1234877" cy="300334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solidFill>
              <a:srgbClr val="0090D0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>
                <a:solidFill>
                  <a:schemeClr val="tx1"/>
                </a:solidFill>
              </a:rPr>
              <a:t>질문 입력</a:t>
            </a:r>
          </a:p>
        </p:txBody>
      </p:sp>
      <p:sp>
        <p:nvSpPr>
          <p:cNvPr id="30" name="직사각형 29">
            <a:extLst xmlns:a="http://schemas.openxmlformats.org/drawingml/2006/main">
              <a:ext uri="{FF2B5EF4-FFF2-40B4-BE49-F238E27FC236}">
                <a16:creationId xmlns:a16="http://schemas.microsoft.com/office/drawing/2014/main" id="{A6E1BF4A-3417-E42A-39AC-EF000D132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3063" y="4156006"/>
            <a:ext cx="1234877" cy="30033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solidFill>
              <a:srgbClr val="0090D0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>
                <a:solidFill>
                  <a:schemeClr val="tx1"/>
                </a:solidFill>
              </a:rPr>
              <a:t>근거 답변</a:t>
            </a:r>
            <a:endParaRPr sz="1000">
              <a:solidFill>
                <a:schemeClr val="tx1"/>
              </a:solidFill>
            </a:endParaRPr>
          </a:p>
        </p:txBody>
      </p:sp>
      <p:sp>
        <p:nvSpPr>
          <p:cNvPr id="32" name="직사각형 31">
            <a:extLst xmlns:a="http://schemas.openxmlformats.org/drawingml/2006/main">
              <a:ext uri="{FF2B5EF4-FFF2-40B4-BE49-F238E27FC236}">
                <a16:creationId xmlns:a16="http://schemas.microsoft.com/office/drawing/2014/main" id="{E9AF5E9A-34E4-B739-B303-4F685E6C6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3063" y="4595756"/>
            <a:ext cx="1234877" cy="30033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solidFill>
              <a:srgbClr val="0090D0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>
                <a:solidFill>
                  <a:schemeClr val="tx1"/>
                </a:solidFill>
              </a:rPr>
              <a:t>원문 확인</a:t>
            </a:r>
            <a:endParaRPr sz="1000">
              <a:solidFill>
                <a:schemeClr val="tx1"/>
              </a:solidFill>
            </a:endParaRPr>
          </a:p>
        </p:txBody>
      </p:sp>
      <p:sp>
        <p:nvSpPr>
          <p:cNvPr id="33" name="직사각형 32">
            <a:extLst xmlns:a="http://schemas.openxmlformats.org/drawingml/2006/main">
              <a:ext uri="{FF2B5EF4-FFF2-40B4-BE49-F238E27FC236}">
                <a16:creationId xmlns:a16="http://schemas.microsoft.com/office/drawing/2014/main" id="{775467D0-6487-80F0-A845-BC23C718F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2241" y="3720146"/>
            <a:ext cx="1234877" cy="30033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solidFill>
              <a:srgbClr val="0090D0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>
                <a:solidFill>
                  <a:schemeClr val="tx1"/>
                </a:solidFill>
              </a:rPr>
              <a:t>조건 검색</a:t>
            </a:r>
          </a:p>
        </p:txBody>
      </p:sp>
      <p:sp>
        <p:nvSpPr>
          <p:cNvPr id="34" name="직사각형 33">
            <a:extLst xmlns:a="http://schemas.openxmlformats.org/drawingml/2006/main">
              <a:ext uri="{FF2B5EF4-FFF2-40B4-BE49-F238E27FC236}">
                <a16:creationId xmlns:a16="http://schemas.microsoft.com/office/drawing/2014/main" id="{420ECF9D-F81B-D052-AD04-8E2618BF3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2241" y="5124075"/>
            <a:ext cx="1234877" cy="30033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solidFill>
              <a:srgbClr val="0090D0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>
                <a:solidFill>
                  <a:schemeClr val="tx1"/>
                </a:solidFill>
              </a:rPr>
              <a:t>정책 상세</a:t>
            </a:r>
          </a:p>
        </p:txBody>
      </p:sp>
      <p:sp>
        <p:nvSpPr>
          <p:cNvPr id="51" name="직사각형 50">
            <a:extLst xmlns:a="http://schemas.openxmlformats.org/drawingml/2006/main">
              <a:ext uri="{FF2B5EF4-FFF2-40B4-BE49-F238E27FC236}">
                <a16:creationId xmlns:a16="http://schemas.microsoft.com/office/drawing/2014/main" id="{3B53DB4E-0BC5-7738-C301-7E85CAC92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1736" y="3720146"/>
            <a:ext cx="1234877" cy="30033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solidFill>
              <a:srgbClr val="0090D0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>
                <a:solidFill>
                  <a:schemeClr val="tx1"/>
                </a:solidFill>
              </a:rPr>
              <a:t>프로필 관리</a:t>
            </a:r>
          </a:p>
        </p:txBody>
      </p:sp>
      <p:sp>
        <p:nvSpPr>
          <p:cNvPr id="52" name="직사각형 51">
            <a:extLst xmlns:a="http://schemas.openxmlformats.org/drawingml/2006/main">
              <a:ext uri="{FF2B5EF4-FFF2-40B4-BE49-F238E27FC236}">
                <a16:creationId xmlns:a16="http://schemas.microsoft.com/office/drawing/2014/main" id="{DCA5B350-4794-F78E-3F06-FAEC87060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1736" y="4156006"/>
            <a:ext cx="1234877" cy="30033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solidFill>
              <a:srgbClr val="0090D0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>
                <a:solidFill>
                  <a:schemeClr val="tx1"/>
                </a:solidFill>
              </a:rPr>
              <a:t>알림 설정</a:t>
            </a:r>
            <a:endParaRPr sz="1000">
              <a:solidFill>
                <a:schemeClr val="tx1"/>
              </a:solidFill>
            </a:endParaRPr>
          </a:p>
        </p:txBody>
      </p:sp>
      <p:sp>
        <p:nvSpPr>
          <p:cNvPr id="70" name="직사각형 69">
            <a:extLst xmlns:a="http://schemas.openxmlformats.org/drawingml/2006/main">
              <a:ext uri="{FF2B5EF4-FFF2-40B4-BE49-F238E27FC236}">
                <a16:creationId xmlns:a16="http://schemas.microsoft.com/office/drawing/2014/main" id="{F64B7DC5-906D-B27A-AD1B-2661BD61A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0766" y="5477785"/>
            <a:ext cx="1440180" cy="82511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0D0">
              <a:alpha val="10000"/>
            </a:srgbClr>
          </a:solidFill>
          <a:ln xmlns:a="http://schemas.openxmlformats.org/drawingml/2006/main" w="28575">
            <a:solidFill>
              <a:srgbClr val="0090D0"/>
            </a:solidFill>
            <a:prstDash val="sysDash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8" name="직사각형 57">
            <a:extLst xmlns:a="http://schemas.openxmlformats.org/drawingml/2006/main">
              <a:ext uri="{FF2B5EF4-FFF2-40B4-BE49-F238E27FC236}">
                <a16:creationId xmlns:a16="http://schemas.microsoft.com/office/drawing/2014/main" id="{ECD3F40F-E2FB-6D66-8F9A-AB46F4A61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7627" y="5551841"/>
            <a:ext cx="1234877" cy="30033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solidFill>
              <a:srgbClr val="0090D0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>
                <a:solidFill>
                  <a:schemeClr val="tx1"/>
                </a:solidFill>
              </a:rPr>
              <a:t>제출 전 점검</a:t>
            </a:r>
            <a:endParaRPr sz="1000">
              <a:solidFill>
                <a:schemeClr val="tx1"/>
              </a:solidFill>
            </a:endParaRPr>
          </a:p>
        </p:txBody>
      </p:sp>
      <p:sp>
        <p:nvSpPr>
          <p:cNvPr id="59" name="직사각형 58">
            <a:extLst xmlns:a="http://schemas.openxmlformats.org/drawingml/2006/main">
              <a:ext uri="{FF2B5EF4-FFF2-40B4-BE49-F238E27FC236}">
                <a16:creationId xmlns:a16="http://schemas.microsoft.com/office/drawing/2014/main" id="{2D8E1B4A-E6F9-2DF5-CABE-4E45076A1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7627" y="5920824"/>
            <a:ext cx="1234877" cy="30033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solidFill>
              <a:srgbClr val="0090D0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>
                <a:solidFill>
                  <a:schemeClr val="tx1"/>
                </a:solidFill>
              </a:rPr>
              <a:t>PDF·DOCX</a:t>
            </a:r>
          </a:p>
        </p:txBody>
      </p:sp>
      <p:sp>
        <p:nvSpPr>
          <p:cNvPr id="71" name="직사각형 70">
            <a:extLst xmlns:a="http://schemas.openxmlformats.org/drawingml/2006/main">
              <a:ext uri="{FF2B5EF4-FFF2-40B4-BE49-F238E27FC236}">
                <a16:creationId xmlns:a16="http://schemas.microsoft.com/office/drawing/2014/main" id="{06F1F294-0AEB-9870-4573-194FF39B6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0766" y="4068776"/>
            <a:ext cx="1440180" cy="82511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0D0">
              <a:alpha val="10000"/>
            </a:srgbClr>
          </a:solidFill>
          <a:ln xmlns:a="http://schemas.openxmlformats.org/drawingml/2006/main" w="28575">
            <a:solidFill>
              <a:srgbClr val="0090D0"/>
            </a:solidFill>
            <a:prstDash val="sysDash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7" name="직사각형 66">
            <a:extLst xmlns:a="http://schemas.openxmlformats.org/drawingml/2006/main">
              <a:ext uri="{FF2B5EF4-FFF2-40B4-BE49-F238E27FC236}">
                <a16:creationId xmlns:a16="http://schemas.microsoft.com/office/drawing/2014/main" id="{676CCFE3-8959-CA0E-AEA0-AD10343A1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3418" y="4142832"/>
            <a:ext cx="1234877" cy="30033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solidFill>
              <a:srgbClr val="0090D0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>
                <a:solidFill>
                  <a:schemeClr val="tx1"/>
                </a:solidFill>
              </a:rPr>
              <a:t>서류 체크</a:t>
            </a:r>
          </a:p>
        </p:txBody>
      </p:sp>
      <p:sp>
        <p:nvSpPr>
          <p:cNvPr id="68" name="직사각형 67">
            <a:extLst xmlns:a="http://schemas.openxmlformats.org/drawingml/2006/main">
              <a:ext uri="{FF2B5EF4-FFF2-40B4-BE49-F238E27FC236}">
                <a16:creationId xmlns:a16="http://schemas.microsoft.com/office/drawing/2014/main" id="{CA6654E9-E3F0-7EA5-3ED3-548D90E2C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3418" y="4511815"/>
            <a:ext cx="1234877" cy="30033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solidFill>
              <a:srgbClr val="0090D0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>
                <a:solidFill>
                  <a:schemeClr val="tx1"/>
                </a:solidFill>
              </a:rPr>
              <a:t>신청서 작성</a:t>
            </a:r>
          </a:p>
        </p:txBody>
      </p:sp>
      <p:sp>
        <p:nvSpPr>
          <p:cNvPr id="90" name="직사각형 89">
            <a:extLst xmlns:a="http://schemas.openxmlformats.org/drawingml/2006/main">
              <a:ext uri="{FF2B5EF4-FFF2-40B4-BE49-F238E27FC236}">
                <a16:creationId xmlns:a16="http://schemas.microsoft.com/office/drawing/2014/main" id="{43AD33F4-93C4-B95C-EFC7-73EF6A055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054918" y="1535521"/>
            <a:ext cx="1234877" cy="30033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6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/>
              <a:t>메인 메뉴</a:t>
            </a:r>
            <a:endParaRPr sz="1000"/>
          </a:p>
        </p:txBody>
      </p:sp>
      <p:sp>
        <p:nvSpPr>
          <p:cNvPr id="91" name="직사각형 90">
            <a:extLst xmlns:a="http://schemas.openxmlformats.org/drawingml/2006/main">
              <a:ext uri="{FF2B5EF4-FFF2-40B4-BE49-F238E27FC236}">
                <a16:creationId xmlns:a16="http://schemas.microsoft.com/office/drawing/2014/main" id="{65CFF0EB-2891-84C0-328F-5520B518A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054917" y="1877068"/>
            <a:ext cx="1234877" cy="30033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solidFill>
              <a:srgbClr val="0090D0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>
                <a:solidFill>
                  <a:schemeClr val="tx1"/>
                </a:solidFill>
              </a:rPr>
              <a:t>세부 화면</a:t>
            </a:r>
            <a:endParaRPr sz="1000">
              <a:solidFill>
                <a:schemeClr val="tx1"/>
              </a:solidFill>
            </a:endParaRPr>
          </a:p>
        </p:txBody>
      </p:sp>
      <p:sp>
        <p:nvSpPr>
          <p:cNvPr id="92" name="직사각형 91">
            <a:extLst xmlns:a="http://schemas.openxmlformats.org/drawingml/2006/main">
              <a:ext uri="{FF2B5EF4-FFF2-40B4-BE49-F238E27FC236}">
                <a16:creationId xmlns:a16="http://schemas.microsoft.com/office/drawing/2014/main" id="{0AB86EDB-CED6-1666-BB47-1ADC44EF8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051736" y="2218616"/>
            <a:ext cx="1234877" cy="41006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0D0">
              <a:alpha val="10000"/>
            </a:srgbClr>
          </a:solidFill>
          <a:ln xmlns:a="http://schemas.openxmlformats.org/drawingml/2006/main" w="28575">
            <a:solidFill>
              <a:srgbClr val="0090D0"/>
            </a:solidFill>
            <a:prstDash val="sysDash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>
                <a:solidFill>
                  <a:schemeClr val="tx1"/>
                </a:solidFill>
              </a:rPr>
              <a:t>하위 기능</a:t>
            </a:r>
          </a:p>
        </p:txBody>
      </p:sp>
      <p:sp>
        <p:nvSpPr>
          <p:cNvPr id="95" name="직사각형 94">
            <a:extLst xmlns:a="http://schemas.openxmlformats.org/drawingml/2006/main">
              <a:ext uri="{FF2B5EF4-FFF2-40B4-BE49-F238E27FC236}">
                <a16:creationId xmlns:a16="http://schemas.microsoft.com/office/drawing/2014/main" id="{B0B67EB8-9C65-6B63-F7EB-80209E813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054917" y="1193974"/>
            <a:ext cx="1231696" cy="30033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/>
              <a:t>프로젝트</a:t>
            </a:r>
          </a:p>
        </p:txBody>
      </p:sp>
    </p:spTree>
    <p:extLst>
      <p:ext uri="{BB962C8B-B14F-4D97-AF65-F5344CB8AC3E}">
        <p14:creationId xmlns:p14="http://schemas.microsoft.com/office/powerpoint/2010/main" val="391954800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9D5220CB-1091-427B-9C59-0D4A53706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454" y="408446"/>
            <a:ext cx="5634876" cy="5847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200" b="1"/>
              <a:t>핵심 플로우(정책 탐색/신청 준비)</a:t>
            </a:r>
            <a:endParaRPr sz="3200"/>
          </a:p>
        </p:txBody>
      </p:sp>
      <p:sp>
        <p:nvSpPr>
          <p:cNvPr id="6" name="직선 연결선 5">
            <a:extLst xmlns:a="http://schemas.openxmlformats.org/drawingml/2006/main">
              <a:ext uri="{FF2B5EF4-FFF2-40B4-BE49-F238E27FC236}">
                <a16:creationId xmlns:a16="http://schemas.microsoft.com/office/drawing/2014/main" id="{313FCAC4-05B5-4461-B779-600C17656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673" y="1098958"/>
            <a:ext cx="873294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4" name="직사각형 23">
            <a:extLst xmlns:a="http://schemas.openxmlformats.org/drawingml/2006/main">
              <a:ext uri="{FF2B5EF4-FFF2-40B4-BE49-F238E27FC236}">
                <a16:creationId xmlns:a16="http://schemas.microsoft.com/office/drawing/2014/main" id="{E782EF15-EFCB-30E1-9F04-D9F3DC479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6861" y="2568333"/>
            <a:ext cx="1211068" cy="4039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  <a:ln xmlns:a="http://schemas.openxmlformats.org/drawingml/2006/main" w="9525">
            <a:solidFill>
              <a:schemeClr val="tx1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>
                <a:solidFill>
                  <a:schemeClr val="tx1"/>
                </a:solidFill>
              </a:rPr>
              <a:t>정책 검색</a:t>
            </a:r>
            <a:endParaRPr sz="1000">
              <a:solidFill>
                <a:schemeClr val="tx1"/>
              </a:solidFill>
            </a:endParaRPr>
          </a:p>
        </p:txBody>
      </p:sp>
      <p:sp>
        <p:nvSpPr>
          <p:cNvPr id="29" name="사각형: 둥근 모서리 28">
            <a:extLst xmlns:a="http://schemas.openxmlformats.org/drawingml/2006/main">
              <a:ext uri="{FF2B5EF4-FFF2-40B4-BE49-F238E27FC236}">
                <a16:creationId xmlns:a16="http://schemas.microsoft.com/office/drawing/2014/main" id="{1859F1B9-04D3-9A5A-30B4-F90F04F57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2974" y="1300737"/>
            <a:ext cx="1104140" cy="488734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chemeClr val="bg1">
              <a:lumMod val="65000"/>
            </a:schemeClr>
          </a:solidFill>
          <a:ln xmlns:a="http://schemas.openxmlformats.org/drawingml/2006/main" w="9525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/>
              <a:t>서비스 접속</a:t>
            </a:r>
            <a:endParaRPr sz="1000"/>
          </a:p>
        </p:txBody>
      </p:sp>
      <p:sp>
        <p:nvSpPr>
          <p:cNvPr id="30" name="순서도: 판단 29">
            <a:extLst xmlns:a="http://schemas.openxmlformats.org/drawingml/2006/main">
              <a:ext uri="{FF2B5EF4-FFF2-40B4-BE49-F238E27FC236}">
                <a16:creationId xmlns:a16="http://schemas.microsoft.com/office/drawing/2014/main" id="{30FA8CF0-9C52-70D1-EECD-1A747E15B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3481" y="2119705"/>
            <a:ext cx="1263126" cy="403914"/>
          </a:xfrm>
          <a:prstGeom xmlns:a="http://schemas.openxmlformats.org/drawingml/2006/main" prst="flowChartDecision">
            <a:avLst/>
          </a:prstGeom>
          <a:solidFill xmlns:a="http://schemas.openxmlformats.org/drawingml/2006/main">
            <a:srgbClr val="E6E6E6"/>
          </a:solidFill>
          <a:ln xmlns:a="http://schemas.openxmlformats.org/drawingml/2006/main" w="9525">
            <a:solidFill>
              <a:schemeClr val="tx1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>
                <a:solidFill>
                  <a:schemeClr val="tx1"/>
                </a:solidFill>
              </a:rPr>
              <a:t>프로필</a:t>
            </a:r>
            <a:endParaRPr sz="1000">
              <a:solidFill>
                <a:schemeClr val="tx1"/>
              </a:solidFill>
            </a:endParaRPr>
          </a:p>
          <a:p xmlns:a="http://schemas.openxmlformats.org/drawingml/2006/main">
            <a:pPr algn="ctr">
              <a:buNone/>
            </a:pPr>
            <a:r>
              <a:rPr sz="1000">
                <a:solidFill>
                  <a:schemeClr val="tx1"/>
                </a:solidFill>
              </a:rPr>
              <a:t>등록 여부</a:t>
            </a:r>
          </a:p>
        </p:txBody>
      </p:sp>
      <p:sp>
        <p:nvSpPr>
          <p:cNvPr id="31" name="직사각형 30">
            <a:extLst xmlns:a="http://schemas.openxmlformats.org/drawingml/2006/main">
              <a:ext uri="{FF2B5EF4-FFF2-40B4-BE49-F238E27FC236}">
                <a16:creationId xmlns:a16="http://schemas.microsoft.com/office/drawing/2014/main" id="{4B36BBB3-92AB-D9EF-F3BA-98BDC0D01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3523" y="2568333"/>
            <a:ext cx="1211068" cy="4039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  <a:ln xmlns:a="http://schemas.openxmlformats.org/drawingml/2006/main" w="9525">
            <a:solidFill>
              <a:schemeClr val="tx1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>
                <a:solidFill>
                  <a:schemeClr val="tx1"/>
                </a:solidFill>
              </a:rPr>
              <a:t>프로필 입력</a:t>
            </a:r>
            <a:endParaRPr sz="1000">
              <a:solidFill>
                <a:schemeClr val="tx1"/>
              </a:solidFill>
            </a:endParaRPr>
          </a:p>
        </p:txBody>
      </p:sp>
      <p:sp>
        <p:nvSpPr>
          <p:cNvPr id="33" name="평행 사변형 32">
            <a:extLst xmlns:a="http://schemas.openxmlformats.org/drawingml/2006/main">
              <a:ext uri="{FF2B5EF4-FFF2-40B4-BE49-F238E27FC236}">
                <a16:creationId xmlns:a16="http://schemas.microsoft.com/office/drawing/2014/main" id="{AF5D8127-72C1-0070-B67D-7187FADCF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5438" y="3520972"/>
            <a:ext cx="1207240" cy="403913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E6E6E6"/>
          </a:solidFill>
          <a:ln xmlns:a="http://schemas.openxmlformats.org/drawingml/2006/main" w="9525">
            <a:solidFill>
              <a:schemeClr val="tx1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>
                <a:solidFill>
                  <a:schemeClr val="tx1"/>
                </a:solidFill>
              </a:rPr>
              <a:t>맞춤 추천</a:t>
            </a:r>
            <a:endParaRPr sz="1000">
              <a:solidFill>
                <a:schemeClr val="tx1"/>
              </a:solidFill>
            </a:endParaRPr>
          </a:p>
        </p:txBody>
      </p:sp>
      <p:sp>
        <p:nvSpPr>
          <p:cNvPr id="34" name="순서도: 판단 33">
            <a:extLst xmlns:a="http://schemas.openxmlformats.org/drawingml/2006/main">
              <a:ext uri="{FF2B5EF4-FFF2-40B4-BE49-F238E27FC236}">
                <a16:creationId xmlns:a16="http://schemas.microsoft.com/office/drawing/2014/main" id="{4760D201-B0E1-3453-5606-D5CF1E375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7494" y="4450189"/>
            <a:ext cx="1263126" cy="403914"/>
          </a:xfrm>
          <a:prstGeom xmlns:a="http://schemas.openxmlformats.org/drawingml/2006/main" prst="flowChartDecision">
            <a:avLst/>
          </a:prstGeom>
          <a:solidFill xmlns:a="http://schemas.openxmlformats.org/drawingml/2006/main">
            <a:srgbClr val="E6E6E6"/>
          </a:solidFill>
          <a:ln xmlns:a="http://schemas.openxmlformats.org/drawingml/2006/main" w="9525">
            <a:solidFill>
              <a:schemeClr val="tx1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>
                <a:solidFill>
                  <a:schemeClr val="tx1"/>
                </a:solidFill>
              </a:rPr>
              <a:t>정책</a:t>
            </a:r>
            <a:endParaRPr sz="1000">
              <a:solidFill>
                <a:schemeClr val="tx1"/>
              </a:solidFill>
            </a:endParaRPr>
          </a:p>
          <a:p xmlns:a="http://schemas.openxmlformats.org/drawingml/2006/main">
            <a:pPr algn="ctr">
              <a:buNone/>
            </a:pPr>
            <a:r>
              <a:rPr sz="1000">
                <a:solidFill>
                  <a:schemeClr val="tx1"/>
                </a:solidFill>
              </a:rPr>
              <a:t>선택</a:t>
            </a:r>
          </a:p>
        </p:txBody>
      </p:sp>
      <p:sp>
        <p:nvSpPr>
          <p:cNvPr id="35" name="순서도: 문서 34">
            <a:extLst xmlns:a="http://schemas.openxmlformats.org/drawingml/2006/main">
              <a:ext uri="{FF2B5EF4-FFF2-40B4-BE49-F238E27FC236}">
                <a16:creationId xmlns:a16="http://schemas.microsoft.com/office/drawing/2014/main" id="{F98EEDF7-C3F2-18E3-BBC0-AD7920EC3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3094" y="3644053"/>
            <a:ext cx="1460761" cy="763371"/>
          </a:xfrm>
          <a:prstGeom xmlns:a="http://schemas.openxmlformats.org/drawingml/2006/main" prst="flowChartDocument">
            <a:avLst/>
          </a:prstGeom>
          <a:solidFill xmlns:a="http://schemas.openxmlformats.org/drawingml/2006/main">
            <a:srgbClr val="E6E6E6"/>
          </a:solidFill>
          <a:ln xmlns:a="http://schemas.openxmlformats.org/drawingml/2006/main" w="9525">
            <a:solidFill>
              <a:schemeClr val="tx1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>
                <a:solidFill>
                  <a:schemeClr val="tx1"/>
                </a:solidFill>
              </a:rPr>
              <a:t>[확인 안내]</a:t>
            </a:r>
          </a:p>
          <a:p xmlns:a="http://schemas.openxmlformats.org/drawingml/2006/main">
            <a:pPr algn="ctr">
              <a:buNone/>
            </a:pPr>
            <a:r>
              <a:rPr sz="1000">
                <a:solidFill>
                  <a:schemeClr val="tx1"/>
                </a:solidFill>
              </a:rPr>
              <a:t>추천·진단 결과는</a:t>
            </a:r>
            <a:endParaRPr sz="1000">
              <a:solidFill>
                <a:schemeClr val="tx1"/>
              </a:solidFill>
            </a:endParaRPr>
          </a:p>
          <a:p xmlns:a="http://schemas.openxmlformats.org/drawingml/2006/main">
            <a:pPr algn="ctr">
              <a:buNone/>
            </a:pPr>
            <a:r>
              <a:rPr sz="1000">
                <a:solidFill>
                  <a:schemeClr val="tx1"/>
                </a:solidFill>
              </a:rPr>
              <a:t>공식 원문으로 최종 확인</a:t>
            </a:r>
            <a:endParaRPr sz="1000">
              <a:solidFill>
                <a:schemeClr val="tx1"/>
              </a:solidFill>
            </a:endParaRPr>
          </a:p>
        </p:txBody>
      </p:sp>
      <p:sp>
        <p:nvSpPr>
          <p:cNvPr id="36" name="직사각형 35">
            <a:extLst xmlns:a="http://schemas.openxmlformats.org/drawingml/2006/main">
              <a:ext uri="{FF2B5EF4-FFF2-40B4-BE49-F238E27FC236}">
                <a16:creationId xmlns:a16="http://schemas.microsoft.com/office/drawing/2014/main" id="{11589BC3-9882-64A9-443E-64E60A7AD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3523" y="5613191"/>
            <a:ext cx="1211068" cy="4039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  <a:ln xmlns:a="http://schemas.openxmlformats.org/drawingml/2006/main" w="9525">
            <a:solidFill>
              <a:schemeClr val="tx1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>
                <a:solidFill>
                  <a:schemeClr val="tx1"/>
                </a:solidFill>
              </a:rPr>
              <a:t>신청 준비 시작</a:t>
            </a:r>
            <a:endParaRPr sz="1000">
              <a:solidFill>
                <a:schemeClr val="tx1"/>
              </a:solidFill>
            </a:endParaRPr>
          </a:p>
        </p:txBody>
      </p:sp>
      <p:sp>
        <p:nvSpPr>
          <p:cNvPr id="37" name="사각형: 둥근 모서리 36">
            <a:extLst xmlns:a="http://schemas.openxmlformats.org/drawingml/2006/main">
              <a:ext uri="{FF2B5EF4-FFF2-40B4-BE49-F238E27FC236}">
                <a16:creationId xmlns:a16="http://schemas.microsoft.com/office/drawing/2014/main" id="{5A509206-D254-7E80-F92C-85014BA2D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2974" y="6205187"/>
            <a:ext cx="1104140" cy="488734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chemeClr val="tx1">
              <a:lumMod val="85000"/>
              <a:lumOff val="15000"/>
            </a:schemeClr>
          </a:solidFill>
          <a:ln xmlns:a="http://schemas.openxmlformats.org/drawingml/2006/main" w="9525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/>
              <a:t>공식 신청</a:t>
            </a:r>
            <a:endParaRPr sz="1000"/>
          </a:p>
          <a:p xmlns:a="http://schemas.openxmlformats.org/drawingml/2006/main">
            <a:pPr algn="ctr">
              <a:buNone/>
            </a:pPr>
            <a:r>
              <a:rPr sz="1000"/>
              <a:t>사이트 이동</a:t>
            </a:r>
          </a:p>
        </p:txBody>
      </p:sp>
      <p:sp>
        <p:nvSpPr>
          <p:cNvPr id="38" name="평행 사변형 37">
            <a:extLst xmlns:a="http://schemas.openxmlformats.org/drawingml/2006/main">
              <a:ext uri="{FF2B5EF4-FFF2-40B4-BE49-F238E27FC236}">
                <a16:creationId xmlns:a16="http://schemas.microsoft.com/office/drawing/2014/main" id="{71F40CFE-237F-DDDB-9D4B-47D70AC48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8776" y="3520972"/>
            <a:ext cx="1207240" cy="403913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E6E6E6"/>
          </a:solidFill>
          <a:ln xmlns:a="http://schemas.openxmlformats.org/drawingml/2006/main" w="9525">
            <a:solidFill>
              <a:schemeClr val="tx1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>
                <a:solidFill>
                  <a:schemeClr val="tx1"/>
                </a:solidFill>
              </a:rPr>
              <a:t>정책 상세</a:t>
            </a:r>
          </a:p>
        </p:txBody>
      </p:sp>
      <p:sp>
        <p:nvSpPr>
          <p:cNvPr id="39" name="순서도: 판단 38">
            <a:extLst xmlns:a="http://schemas.openxmlformats.org/drawingml/2006/main">
              <a:ext uri="{FF2B5EF4-FFF2-40B4-BE49-F238E27FC236}">
                <a16:creationId xmlns:a16="http://schemas.microsoft.com/office/drawing/2014/main" id="{CAA48B8C-56BC-5A3D-815D-D73303817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0833" y="4450189"/>
            <a:ext cx="1263126" cy="403914"/>
          </a:xfrm>
          <a:prstGeom xmlns:a="http://schemas.openxmlformats.org/drawingml/2006/main" prst="flowChartDecision">
            <a:avLst/>
          </a:prstGeom>
          <a:solidFill xmlns:a="http://schemas.openxmlformats.org/drawingml/2006/main">
            <a:srgbClr val="E6E6E6"/>
          </a:solidFill>
          <a:ln xmlns:a="http://schemas.openxmlformats.org/drawingml/2006/main" w="9525">
            <a:solidFill>
              <a:schemeClr val="tx1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>
                <a:solidFill>
                  <a:schemeClr val="tx1"/>
                </a:solidFill>
              </a:rPr>
              <a:t>자격</a:t>
            </a:r>
          </a:p>
          <a:p xmlns:a="http://schemas.openxmlformats.org/drawingml/2006/main">
            <a:pPr algn="ctr">
              <a:buNone/>
            </a:pPr>
            <a:r>
              <a:rPr sz="1000">
                <a:solidFill>
                  <a:schemeClr val="tx1"/>
                </a:solidFill>
              </a:rPr>
              <a:t>진단</a:t>
            </a:r>
          </a:p>
        </p:txBody>
      </p:sp>
      <p:sp>
        <p:nvSpPr>
          <p:cNvPr id="40" name="직사각형 39">
            <a:extLst xmlns:a="http://schemas.openxmlformats.org/drawingml/2006/main">
              <a:ext uri="{FF2B5EF4-FFF2-40B4-BE49-F238E27FC236}">
                <a16:creationId xmlns:a16="http://schemas.microsoft.com/office/drawing/2014/main" id="{885C3A05-4C50-786E-EC5A-C041A1920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6861" y="5613191"/>
            <a:ext cx="1211068" cy="4039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  <a:ln xmlns:a="http://schemas.openxmlformats.org/drawingml/2006/main" w="9525">
            <a:solidFill>
              <a:schemeClr val="tx1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>
                <a:solidFill>
                  <a:schemeClr val="tx1"/>
                </a:solidFill>
              </a:rPr>
              <a:t>서류 작성·점검</a:t>
            </a:r>
          </a:p>
        </p:txBody>
      </p:sp>
      <p:sp>
        <p:nvSpPr>
          <p:cNvPr id="41" name="순서도: 문서 40">
            <a:extLst xmlns:a="http://schemas.openxmlformats.org/drawingml/2006/main">
              <a:ext uri="{FF2B5EF4-FFF2-40B4-BE49-F238E27FC236}">
                <a16:creationId xmlns:a16="http://schemas.microsoft.com/office/drawing/2014/main" id="{10A6CF9D-CEAC-D86C-1FE2-66DC67D82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0089" y="3434903"/>
            <a:ext cx="1624590" cy="1663687"/>
          </a:xfrm>
          <a:prstGeom xmlns:a="http://schemas.openxmlformats.org/drawingml/2006/main" prst="flowChartDocument">
            <a:avLst/>
          </a:prstGeom>
          <a:solidFill xmlns:a="http://schemas.openxmlformats.org/drawingml/2006/main">
            <a:srgbClr val="E6E6E6"/>
          </a:solidFill>
          <a:ln xmlns:a="http://schemas.openxmlformats.org/drawingml/2006/main" w="9525">
            <a:solidFill>
              <a:schemeClr val="tx1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825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825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[예외 처리]</a:t>
            </a:r>
          </a:p>
          <a:p xmlns:a="http://schemas.openxmlformats.org/drawingml/2006/main">
            <a:pPr algn="ctr">
              <a:buNone/>
              <a:defRPr sz="825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825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근거 부족·공고 변경 시</a:t>
            </a:r>
          </a:p>
          <a:p xmlns:a="http://schemas.openxmlformats.org/drawingml/2006/main">
            <a:pPr algn="ctr">
              <a:buNone/>
              <a:defRPr sz="825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825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‘확인 필요’ 표시</a:t>
            </a:r>
            <a:endParaRPr sz="1000">
              <a:solidFill>
                <a:schemeClr val="tx1"/>
              </a:solidFill>
            </a:endParaRPr>
          </a:p>
          <a:p xmlns:a="http://schemas.openxmlformats.org/drawingml/2006/main">
            <a:pPr algn="ctr">
              <a:buNone/>
              <a:defRPr sz="825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825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수동 입력 제공</a:t>
            </a:r>
            <a:endParaRPr sz="1000">
              <a:solidFill>
                <a:schemeClr val="tx1"/>
              </a:solidFill>
            </a:endParaRPr>
          </a:p>
        </p:txBody>
      </p:sp>
      <p:cxnSp>
        <p:nvCxnSpPr>
          <p:cNvPr id="197" name="직선 화살표 연결선 43"/>
          <p:cNvCxnSpPr>
            <a:stCxn xmlns:a="http://schemas.openxmlformats.org/drawingml/2006/main" id="29" idx="2"/>
            <a:endCxn xmlns:a="http://schemas.openxmlformats.org/drawingml/2006/main" id="30" idx="0"/>
          </p:cNvCxnSpPr>
          <p:nvPr/>
        </p:nvCxnSpPr>
        <p:spPr>
          <a:xfrm xmlns:a="http://schemas.openxmlformats.org/drawingml/2006/main" flipH="1">
            <a:off x="4895043" y="1789471"/>
            <a:ext cx="1" cy="330234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chemeClr val="tx1"/>
            </a:solidFill>
            <a:tailEnd type="triangl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198" name="연결선: 꺾임 48"/>
          <p:cNvCxnSpPr>
            <a:stCxn xmlns:a="http://schemas.openxmlformats.org/drawingml/2006/main" id="30" idx="1"/>
            <a:endCxn xmlns:a="http://schemas.openxmlformats.org/drawingml/2006/main" id="31" idx="0"/>
          </p:cNvCxnSpPr>
          <p:nvPr/>
        </p:nvCxnSpPr>
        <p:spPr>
          <a:xfrm xmlns:a="http://schemas.openxmlformats.org/drawingml/2006/main" rot="10800000" flipV="1">
            <a:off x="3179057" y="2321661"/>
            <a:ext cx="1084424" cy="246671"/>
          </a:xfrm>
          <a:prstGeom xmlns:a="http://schemas.openxmlformats.org/drawingml/2006/main" prst="bentConnector2">
            <a:avLst/>
          </a:prstGeom>
          <a:ln xmlns:a="http://schemas.openxmlformats.org/drawingml/2006/main" w="19050">
            <a:solidFill>
              <a:schemeClr val="tx1"/>
            </a:solidFill>
            <a:tailEnd type="triangl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199" name="연결선: 꺾임 49"/>
          <p:cNvCxnSpPr>
            <a:stCxn xmlns:a="http://schemas.openxmlformats.org/drawingml/2006/main" id="30" idx="3"/>
            <a:endCxn xmlns:a="http://schemas.openxmlformats.org/drawingml/2006/main" id="24" idx="0"/>
          </p:cNvCxnSpPr>
          <p:nvPr/>
        </p:nvCxnSpPr>
        <p:spPr>
          <a:xfrm xmlns:a="http://schemas.openxmlformats.org/drawingml/2006/main">
            <a:off x="5526607" y="2321662"/>
            <a:ext cx="1085788" cy="246671"/>
          </a:xfrm>
          <a:prstGeom xmlns:a="http://schemas.openxmlformats.org/drawingml/2006/main" prst="bentConnector2">
            <a:avLst/>
          </a:prstGeom>
          <a:ln xmlns:a="http://schemas.openxmlformats.org/drawingml/2006/main" w="19050">
            <a:solidFill>
              <a:schemeClr val="tx1"/>
            </a:solidFill>
            <a:tailEnd type="triangl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200" name="직선 화살표 연결선 52"/>
          <p:cNvCxnSpPr>
            <a:stCxn xmlns:a="http://schemas.openxmlformats.org/drawingml/2006/main" id="31" idx="2"/>
            <a:endCxn xmlns:a="http://schemas.openxmlformats.org/drawingml/2006/main" id="33" idx="0"/>
          </p:cNvCxnSpPr>
          <p:nvPr/>
        </p:nvCxnSpPr>
        <p:spPr>
          <a:xfrm xmlns:a="http://schemas.openxmlformats.org/drawingml/2006/main">
            <a:off x="3179057" y="2972246"/>
            <a:ext cx="1" cy="548726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chemeClr val="tx1"/>
            </a:solidFill>
            <a:tailEnd type="triangl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201" name="직선 화살표 연결선 55"/>
          <p:cNvCxnSpPr>
            <a:stCxn xmlns:a="http://schemas.openxmlformats.org/drawingml/2006/main" id="33" idx="4"/>
            <a:endCxn xmlns:a="http://schemas.openxmlformats.org/drawingml/2006/main" id="34" idx="0"/>
          </p:cNvCxnSpPr>
          <p:nvPr/>
        </p:nvCxnSpPr>
        <p:spPr>
          <a:xfrm xmlns:a="http://schemas.openxmlformats.org/drawingml/2006/main" flipH="1">
            <a:off x="3179057" y="3924885"/>
            <a:ext cx="1" cy="525304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chemeClr val="tx1"/>
            </a:solidFill>
            <a:tailEnd type="triangl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202" name="직선 화살표 연결선 58"/>
          <p:cNvCxnSpPr>
            <a:stCxn xmlns:a="http://schemas.openxmlformats.org/drawingml/2006/main" id="34" idx="2"/>
            <a:endCxn xmlns:a="http://schemas.openxmlformats.org/drawingml/2006/main" id="36" idx="0"/>
          </p:cNvCxnSpPr>
          <p:nvPr/>
        </p:nvCxnSpPr>
        <p:spPr>
          <a:xfrm xmlns:a="http://schemas.openxmlformats.org/drawingml/2006/main">
            <a:off x="3179057" y="4854103"/>
            <a:ext cx="0" cy="759088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chemeClr val="tx1"/>
            </a:solidFill>
            <a:tailEnd type="triangl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203" name="연결선: 꺾임 61"/>
          <p:cNvCxnSpPr>
            <a:stCxn xmlns:a="http://schemas.openxmlformats.org/drawingml/2006/main" id="36" idx="2"/>
            <a:endCxn xmlns:a="http://schemas.openxmlformats.org/drawingml/2006/main" id="37" idx="1"/>
          </p:cNvCxnSpPr>
          <p:nvPr/>
        </p:nvCxnSpPr>
        <p:spPr>
          <a:xfrm xmlns:a="http://schemas.openxmlformats.org/drawingml/2006/main" rot="16200000" flipH="1">
            <a:off x="3544790" y="5651370"/>
            <a:ext cx="432450" cy="1163917"/>
          </a:xfrm>
          <a:prstGeom xmlns:a="http://schemas.openxmlformats.org/drawingml/2006/main" prst="bentConnector2">
            <a:avLst/>
          </a:prstGeom>
          <a:ln xmlns:a="http://schemas.openxmlformats.org/drawingml/2006/main" w="19050">
            <a:solidFill>
              <a:schemeClr val="tx1"/>
            </a:solidFill>
            <a:tailEnd type="triangl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204" name="직선 화살표 연결선 64"/>
          <p:cNvCxnSpPr>
            <a:stCxn xmlns:a="http://schemas.openxmlformats.org/drawingml/2006/main" id="24" idx="2"/>
            <a:endCxn xmlns:a="http://schemas.openxmlformats.org/drawingml/2006/main" id="38" idx="0"/>
          </p:cNvCxnSpPr>
          <p:nvPr/>
        </p:nvCxnSpPr>
        <p:spPr>
          <a:xfrm xmlns:a="http://schemas.openxmlformats.org/drawingml/2006/main">
            <a:off x="6612395" y="2972246"/>
            <a:ext cx="1" cy="548726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chemeClr val="tx1"/>
            </a:solidFill>
            <a:tailEnd type="triangl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205" name="직선 화살표 연결선 67"/>
          <p:cNvCxnSpPr>
            <a:stCxn xmlns:a="http://schemas.openxmlformats.org/drawingml/2006/main" id="38" idx="4"/>
            <a:endCxn xmlns:a="http://schemas.openxmlformats.org/drawingml/2006/main" id="39" idx="0"/>
          </p:cNvCxnSpPr>
          <p:nvPr/>
        </p:nvCxnSpPr>
        <p:spPr>
          <a:xfrm xmlns:a="http://schemas.openxmlformats.org/drawingml/2006/main">
            <a:off x="6612396" y="3924885"/>
            <a:ext cx="0" cy="525304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chemeClr val="tx1"/>
            </a:solidFill>
            <a:tailEnd type="triangl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206" name="직선 화살표 연결선 72"/>
          <p:cNvCxnSpPr>
            <a:stCxn xmlns:a="http://schemas.openxmlformats.org/drawingml/2006/main" id="39" idx="2"/>
            <a:endCxn xmlns:a="http://schemas.openxmlformats.org/drawingml/2006/main" id="40" idx="0"/>
          </p:cNvCxnSpPr>
          <p:nvPr/>
        </p:nvCxnSpPr>
        <p:spPr>
          <a:xfrm xmlns:a="http://schemas.openxmlformats.org/drawingml/2006/main" flipH="1">
            <a:off x="6612395" y="4854103"/>
            <a:ext cx="1" cy="759088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chemeClr val="tx1"/>
            </a:solidFill>
            <a:tailEnd type="triangl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207" name="연결선: 꺾임 75"/>
          <p:cNvCxnSpPr>
            <a:stCxn xmlns:a="http://schemas.openxmlformats.org/drawingml/2006/main" id="40" idx="2"/>
            <a:endCxn xmlns:a="http://schemas.openxmlformats.org/drawingml/2006/main" id="37" idx="3"/>
          </p:cNvCxnSpPr>
          <p:nvPr/>
        </p:nvCxnSpPr>
        <p:spPr>
          <a:xfrm xmlns:a="http://schemas.openxmlformats.org/drawingml/2006/main" rot="5400000">
            <a:off x="5813530" y="5650689"/>
            <a:ext cx="432450" cy="1165281"/>
          </a:xfrm>
          <a:prstGeom xmlns:a="http://schemas.openxmlformats.org/drawingml/2006/main" prst="bentConnector2">
            <a:avLst/>
          </a:prstGeom>
          <a:ln xmlns:a="http://schemas.openxmlformats.org/drawingml/2006/main" w="19050">
            <a:solidFill>
              <a:schemeClr val="tx1"/>
            </a:solidFill>
            <a:tailEnd type="triangl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208" name="연결선: 꺾임 78"/>
          <p:cNvCxnSpPr>
            <a:stCxn xmlns:a="http://schemas.openxmlformats.org/drawingml/2006/main" id="39" idx="3"/>
            <a:endCxn xmlns:a="http://schemas.openxmlformats.org/drawingml/2006/main" id="38" idx="2"/>
          </p:cNvCxnSpPr>
          <p:nvPr/>
        </p:nvCxnSpPr>
        <p:spPr>
          <a:xfrm xmlns:a="http://schemas.openxmlformats.org/drawingml/2006/main" flipH="1" flipV="1">
            <a:off x="7165527" y="3722929"/>
            <a:ext cx="78432" cy="929217"/>
          </a:xfrm>
          <a:prstGeom xmlns:a="http://schemas.openxmlformats.org/drawingml/2006/main" prst="bentConnector3">
            <a:avLst>
              <a:gd name="adj1" fmla="val -291463"/>
            </a:avLst>
          </a:prstGeom>
          <a:ln xmlns:a="http://schemas.openxmlformats.org/drawingml/2006/main" w="19050">
            <a:solidFill>
              <a:schemeClr val="tx1"/>
            </a:solidFill>
            <a:tailEnd type="triangl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209" name="연결선: 꺾임 81"/>
          <p:cNvCxnSpPr>
            <a:stCxn xmlns:a="http://schemas.openxmlformats.org/drawingml/2006/main" id="34" idx="3"/>
            <a:endCxn xmlns:a="http://schemas.openxmlformats.org/drawingml/2006/main" id="33" idx="2"/>
          </p:cNvCxnSpPr>
          <p:nvPr/>
        </p:nvCxnSpPr>
        <p:spPr>
          <a:xfrm xmlns:a="http://schemas.openxmlformats.org/drawingml/2006/main" flipH="1" flipV="1">
            <a:off x="3732189" y="3722929"/>
            <a:ext cx="78431" cy="929217"/>
          </a:xfrm>
          <a:prstGeom xmlns:a="http://schemas.openxmlformats.org/drawingml/2006/main" prst="bentConnector3">
            <a:avLst>
              <a:gd name="adj1" fmla="val -291466"/>
            </a:avLst>
          </a:prstGeom>
          <a:ln xmlns:a="http://schemas.openxmlformats.org/drawingml/2006/main" w="19050">
            <a:solidFill>
              <a:schemeClr val="tx1"/>
            </a:solidFill>
            <a:tailEnd type="triangl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sp>
        <p:nvSpPr>
          <p:cNvPr id="85" name="TextBox 84">
            <a:extLst xmlns:a="http://schemas.openxmlformats.org/drawingml/2006/main">
              <a:ext uri="{FF2B5EF4-FFF2-40B4-BE49-F238E27FC236}">
                <a16:creationId xmlns:a16="http://schemas.microsoft.com/office/drawing/2014/main" id="{F5C99187-1528-A45F-261B-E42817297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1252" y="3867927"/>
            <a:ext cx="421287" cy="64008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/>
              <a:t>재선택</a:t>
            </a:r>
          </a:p>
        </p:txBody>
      </p:sp>
      <p:sp>
        <p:nvSpPr>
          <p:cNvPr id="86" name="TextBox 85">
            <a:extLst xmlns:a="http://schemas.openxmlformats.org/drawingml/2006/main">
              <a:ext uri="{FF2B5EF4-FFF2-40B4-BE49-F238E27FC236}">
                <a16:creationId xmlns:a16="http://schemas.microsoft.com/office/drawing/2014/main" id="{A83E4B91-B4CE-F22A-4CA8-EE52001BD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114" y="5009065"/>
            <a:ext cx="100794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/>
              <a:t>완료</a:t>
            </a:r>
          </a:p>
          <a:p xmlns:a="http://schemas.openxmlformats.org/drawingml/2006/main">
            <a:pPr algn="ctr">
              <a:buNone/>
            </a:pPr>
            <a:r>
              <a:rPr sz="1200"/>
              <a:t>(내보내기)</a:t>
            </a:r>
          </a:p>
        </p:txBody>
      </p:sp>
      <p:sp>
        <p:nvSpPr>
          <p:cNvPr id="87" name="TextBox 86">
            <a:extLst xmlns:a="http://schemas.openxmlformats.org/drawingml/2006/main">
              <a:ext uri="{FF2B5EF4-FFF2-40B4-BE49-F238E27FC236}">
                <a16:creationId xmlns:a16="http://schemas.microsoft.com/office/drawing/2014/main" id="{B7D7F6B2-2D6F-15B5-BFA1-813B730C0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7783" y="2054460"/>
            <a:ext cx="1022482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/>
              <a:t>No(프로필 없음)</a:t>
            </a:r>
          </a:p>
        </p:txBody>
      </p:sp>
      <p:sp>
        <p:nvSpPr>
          <p:cNvPr id="88" name="TextBox 87">
            <a:extLst xmlns:a="http://schemas.openxmlformats.org/drawingml/2006/main">
              <a:ext uri="{FF2B5EF4-FFF2-40B4-BE49-F238E27FC236}">
                <a16:creationId xmlns:a16="http://schemas.microsoft.com/office/drawing/2014/main" id="{17A07709-C1E4-63A6-CF82-013039164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5370" y="2054460"/>
            <a:ext cx="1263123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/>
              <a:t>Yes(프로필 있음)</a:t>
            </a:r>
          </a:p>
        </p:txBody>
      </p:sp>
      <p:sp>
        <p:nvSpPr>
          <p:cNvPr id="95" name="TextBox 94">
            <a:extLst xmlns:a="http://schemas.openxmlformats.org/drawingml/2006/main">
              <a:ext uri="{FF2B5EF4-FFF2-40B4-BE49-F238E27FC236}">
                <a16:creationId xmlns:a16="http://schemas.microsoft.com/office/drawing/2014/main" id="{27A4D81F-FFEE-6D2E-8739-57FDC77F0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623" y="4020119"/>
            <a:ext cx="100794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/>
              <a:t>추가 확인</a:t>
            </a:r>
          </a:p>
          <a:p xmlns:a="http://schemas.openxmlformats.org/drawingml/2006/main">
            <a:pPr algn="ctr">
              <a:buNone/>
            </a:pPr>
            <a:r>
              <a:rPr sz="1200"/>
              <a:t>(원문 대조)</a:t>
            </a:r>
          </a:p>
        </p:txBody>
      </p:sp>
      <p:sp>
        <p:nvSpPr>
          <p:cNvPr id="102" name="TextBox 101">
            <a:extLst xmlns:a="http://schemas.openxmlformats.org/drawingml/2006/main">
              <a:ext uri="{FF2B5EF4-FFF2-40B4-BE49-F238E27FC236}">
                <a16:creationId xmlns:a16="http://schemas.microsoft.com/office/drawing/2014/main" id="{E8CB2C67-8C8B-0915-1FA3-8FE9D21CF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718" y="5082557"/>
            <a:ext cx="470678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/>
              <a:t>Yes</a:t>
            </a:r>
          </a:p>
        </p:txBody>
      </p:sp>
      <p:sp>
        <p:nvSpPr>
          <p:cNvPr id="103" name="직사각형 102">
            <a:extLst xmlns:a="http://schemas.openxmlformats.org/drawingml/2006/main">
              <a:ext uri="{FF2B5EF4-FFF2-40B4-BE49-F238E27FC236}">
                <a16:creationId xmlns:a16="http://schemas.microsoft.com/office/drawing/2014/main" id="{EA12AD01-A9B4-0967-3B9F-E88BCA63B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2454" y="2697909"/>
            <a:ext cx="1867598" cy="3082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  <a:ln xmlns:a="http://schemas.openxmlformats.org/drawingml/2006/main" w="9525">
            <a:solidFill>
              <a:schemeClr val="tx1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>
                <a:solidFill>
                  <a:schemeClr val="tx1"/>
                </a:solidFill>
              </a:rPr>
              <a:t>프로필 입력 항목</a:t>
            </a:r>
            <a:endParaRPr sz="1000">
              <a:solidFill>
                <a:schemeClr val="tx1"/>
              </a:solidFill>
            </a:endParaRPr>
          </a:p>
        </p:txBody>
      </p:sp>
      <p:sp>
        <p:nvSpPr>
          <p:cNvPr id="104" name="직사각형 103">
            <a:extLst xmlns:a="http://schemas.openxmlformats.org/drawingml/2006/main">
              <a:ext uri="{FF2B5EF4-FFF2-40B4-BE49-F238E27FC236}">
                <a16:creationId xmlns:a16="http://schemas.microsoft.com/office/drawing/2014/main" id="{E826DD3C-B448-5875-0005-5CD5BA2E6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2454" y="3006201"/>
            <a:ext cx="1867598" cy="1438697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9525">
            <a:solidFill>
              <a:schemeClr val="tx1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rPr sz="1000">
                <a:solidFill>
                  <a:schemeClr val="tx1"/>
                </a:solidFill>
              </a:rPr>
              <a:t>나이·거주지</a:t>
            </a:r>
            <a:endParaRPr sz="1000">
              <a:solidFill>
                <a:schemeClr val="tx1"/>
              </a:solidFill>
            </a:endParaRPr>
          </a:p>
          <a:p xmlns:a="http://schemas.openxmlformats.org/drawingml/2006/main">
            <a:r>
              <a:rPr sz="1000">
                <a:solidFill>
                  <a:schemeClr val="tx1"/>
                </a:solidFill>
              </a:rPr>
              <a:t>취업·소득·학력</a:t>
            </a:r>
          </a:p>
          <a:p xmlns:a="http://schemas.openxmlformats.org/drawingml/2006/main">
            <a:r>
              <a:t>관심 분야</a:t>
            </a:r>
            <a:endParaRPr sz="1000">
              <a:solidFill>
                <a:schemeClr val="tx1"/>
              </a:solidFill>
            </a:endParaRPr>
          </a:p>
          <a:p xmlns:a="http://schemas.openxmlformats.org/drawingml/2006/main">
            <a:r>
              <a:rPr sz="1000">
                <a:solidFill>
                  <a:schemeClr val="tx1"/>
                </a:solidFill>
              </a:rPr>
              <a:t>자동채움 정보(선택)</a:t>
            </a:r>
            <a:endParaRPr sz="1000">
              <a:solidFill>
                <a:schemeClr val="tx1"/>
              </a:solidFill>
            </a:endParaRPr>
          </a:p>
        </p:txBody>
      </p:sp>
      <p:cxnSp>
        <p:nvCxnSpPr>
          <p:cNvPr id="218" name="직선 화살표 연결선 109"/>
          <p:cNvCxnSpPr>
            <a:stCxn xmlns:a="http://schemas.openxmlformats.org/drawingml/2006/main" id="104" idx="3"/>
            <a:endCxn xmlns:a="http://schemas.openxmlformats.org/drawingml/2006/main" id="33" idx="5"/>
          </p:cNvCxnSpPr>
          <p:nvPr/>
        </p:nvCxnSpPr>
        <p:spPr>
          <a:xfrm xmlns:a="http://schemas.openxmlformats.org/drawingml/2006/main" flipV="1">
            <a:off x="2290052" y="3722929"/>
            <a:ext cx="335875" cy="2621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chemeClr val="tx1"/>
            </a:solidFill>
            <a:tailEnd type="triangl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sp>
        <p:nvSpPr>
          <p:cNvPr id="141" name="TextBox 140">
            <a:extLst xmlns:a="http://schemas.openxmlformats.org/drawingml/2006/main">
              <a:ext uri="{FF2B5EF4-FFF2-40B4-BE49-F238E27FC236}">
                <a16:creationId xmlns:a16="http://schemas.microsoft.com/office/drawing/2014/main" id="{D8A57577-7AD8-4B07-54BD-24F49FEB9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672" y="1165277"/>
            <a:ext cx="3523028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FF0000"/>
                </a:solidFill>
              </a:rPr>
              <a:t>* 정책 탐색 → 자격 진단 → 신청 준비 흐름</a:t>
            </a:r>
          </a:p>
        </p:txBody>
      </p:sp>
      <p:sp>
        <p:nvSpPr>
          <p:cNvPr id="143" name="사각형: 둥근 모서리 142">
            <a:extLst xmlns:a="http://schemas.openxmlformats.org/drawingml/2006/main">
              <a:ext uri="{FF2B5EF4-FFF2-40B4-BE49-F238E27FC236}">
                <a16:creationId xmlns:a16="http://schemas.microsoft.com/office/drawing/2014/main" id="{4C60B6C2-2D39-A7DE-8A3E-E0F22BCB3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7306" y="1190166"/>
            <a:ext cx="685585" cy="275878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chemeClr val="bg1">
              <a:lumMod val="65000"/>
            </a:schemeClr>
          </a:solidFill>
          <a:ln xmlns:a="http://schemas.openxmlformats.org/drawingml/2006/main" w="9525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/>
              <a:t>시작</a:t>
            </a:r>
          </a:p>
        </p:txBody>
      </p:sp>
      <p:sp>
        <p:nvSpPr>
          <p:cNvPr id="144" name="사각형: 둥근 모서리 143">
            <a:extLst xmlns:a="http://schemas.openxmlformats.org/drawingml/2006/main">
              <a:ext uri="{FF2B5EF4-FFF2-40B4-BE49-F238E27FC236}">
                <a16:creationId xmlns:a16="http://schemas.microsoft.com/office/drawing/2014/main" id="{EE06F55E-879C-5584-15AD-4636C8B20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28" y="1190166"/>
            <a:ext cx="685585" cy="275878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chemeClr val="tx1">
              <a:lumMod val="85000"/>
              <a:lumOff val="15000"/>
            </a:schemeClr>
          </a:solidFill>
          <a:ln xmlns:a="http://schemas.openxmlformats.org/drawingml/2006/main" w="9525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/>
              <a:t>종료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145914222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직사각형 3">
            <a:extLst xmlns:a="http://schemas.openxmlformats.org/drawingml/2006/main">
              <a:ext uri="{FF2B5EF4-FFF2-40B4-BE49-F238E27FC236}">
                <a16:creationId xmlns:a16="http://schemas.microsoft.com/office/drawing/2014/main" id="{17CCAA0A-5307-48D3-9858-F46440A1D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"/>
            <a:ext cx="2743201" cy="68579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0D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600"/>
          </a:p>
        </p:txBody>
      </p:sp>
      <p:sp>
        <p:nvSpPr>
          <p:cNvPr id="17" name="직사각형 16">
            <a:extLst xmlns:a="http://schemas.openxmlformats.org/drawingml/2006/main">
              <a:ext uri="{FF2B5EF4-FFF2-40B4-BE49-F238E27FC236}">
                <a16:creationId xmlns:a16="http://schemas.microsoft.com/office/drawing/2014/main" id="{F2EE50EF-1C64-4D24-A8FC-FEB31ECAB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5172074"/>
            <a:ext cx="7162799" cy="168592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600"/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17EFCDDE-1130-408D-9BF1-4DAA52C21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0037" y="5412546"/>
            <a:ext cx="1005403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600" b="1"/>
              <a:t>화면설명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0DBB6D9D-7151-48F9-9712-A4D8DDC0A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0036" y="5781724"/>
            <a:ext cx="6687844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200"/>
              <a:t>① 아이디·비밀번호를 입력하고 로그인한다.</a:t>
            </a:r>
          </a:p>
          <a:p xmlns:a="http://schemas.openxmlformats.org/drawingml/2006/main">
            <a:r>
              <a:rPr sz="1200"/>
              <a:t>② 간편 로그인 또는 회원가입으로 이동한다.</a:t>
            </a:r>
          </a:p>
          <a:p xmlns:a="http://schemas.openxmlformats.org/drawingml/2006/main">
            <a:r>
              <a:rPr sz="1200"/>
              <a:t>③ 필수 약관 미동의·인증 실패는 항목별로 안내한다.</a:t>
            </a:r>
          </a:p>
          <a:p xmlns:a="http://schemas.openxmlformats.org/drawingml/2006/main">
            <a:r>
              <a:rPr sz="1200"/>
              <a:t>④ 성공 시 프로필 또는 맞춤 정책 화면으로 이동한다.</a:t>
            </a:r>
          </a:p>
        </p:txBody>
      </p:sp>
      <p:sp>
        <p:nvSpPr>
          <p:cNvPr id="2" name="직사각형 1">
            <a:extLst xmlns:a="http://schemas.openxmlformats.org/drawingml/2006/main">
              <a:ext uri="{FF2B5EF4-FFF2-40B4-BE49-F238E27FC236}">
                <a16:creationId xmlns:a16="http://schemas.microsoft.com/office/drawing/2014/main" id="{2C5E6D3A-1F98-A7A1-F76B-3DF2DF7FF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"/>
            <a:ext cx="2743201" cy="685799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6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600"/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684C5B66-E2BA-C71B-F0E8-C823E79C1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86056" y="435384"/>
            <a:ext cx="872355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600" b="1">
                <a:solidFill>
                  <a:schemeClr val="bg1"/>
                </a:solidFill>
              </a:rPr>
              <a:t>화면 </a:t>
            </a:r>
            <a:r>
              <a:rPr sz="1600" b="1">
                <a:solidFill>
                  <a:schemeClr val="bg1"/>
                </a:solidFill>
              </a:rPr>
              <a:t>ID </a:t>
            </a:r>
            <a:endParaRPr sz="1600" b="1">
              <a:solidFill>
                <a:schemeClr val="bg1"/>
              </a:solidFill>
            </a:endParaR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069BD7A6-F08F-9C73-39AB-FF7DE37F1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86056" y="766462"/>
            <a:ext cx="2171089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200">
                <a:solidFill>
                  <a:schemeClr val="bg1"/>
                </a:solidFill>
              </a:rPr>
              <a:t>AUTH_LOGIN_01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F27DB6E3-593C-2CD3-6CB3-2796D0833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86056" y="1318508"/>
            <a:ext cx="1005403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600" b="1">
                <a:solidFill>
                  <a:schemeClr val="bg1"/>
                </a:solidFill>
              </a:rPr>
              <a:t>화면이름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18537E69-BBEC-9364-0126-0BB4E7ED4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86056" y="1649586"/>
            <a:ext cx="2171089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200">
                <a:solidFill>
                  <a:schemeClr val="bg1"/>
                </a:solidFill>
              </a:rPr>
              <a:t>로그인·회원가입</a:t>
            </a:r>
            <a:endParaRPr sz="1200">
              <a:solidFill>
                <a:schemeClr val="bg1"/>
              </a:solidFill>
            </a:endParaRP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FE6A5A0E-6213-1221-0832-D874A4969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86056" y="2386298"/>
            <a:ext cx="1898277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600" b="1">
                <a:solidFill>
                  <a:schemeClr val="bg1"/>
                </a:solidFill>
              </a:rPr>
              <a:t>관련</a:t>
            </a:r>
            <a:r>
              <a:rPr sz="1600" b="1">
                <a:solidFill>
                  <a:schemeClr val="bg1"/>
                </a:solidFill>
              </a:rPr>
              <a:t> </a:t>
            </a:r>
            <a:r>
              <a:rPr sz="1600" b="1">
                <a:solidFill>
                  <a:schemeClr val="bg1"/>
                </a:solidFill>
              </a:rPr>
              <a:t>유스케이스</a:t>
            </a:r>
            <a:r>
              <a:rPr sz="1600" b="1">
                <a:solidFill>
                  <a:schemeClr val="bg1"/>
                </a:solidFill>
              </a:rPr>
              <a:t> </a:t>
            </a:r>
            <a:r>
              <a:rPr sz="1600" b="1">
                <a:solidFill>
                  <a:schemeClr val="bg1"/>
                </a:solidFill>
              </a:rPr>
              <a:t>ID</a:t>
            </a:r>
            <a:endParaRPr sz="1600" b="1">
              <a:solidFill>
                <a:schemeClr val="bg1"/>
              </a:solidFill>
            </a:endParaRP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F61305A1-4EF3-9CC6-66B6-231F2BB6D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86056" y="2717376"/>
            <a:ext cx="2171089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200">
                <a:solidFill>
                  <a:schemeClr val="bg1"/>
                </a:solidFill>
              </a:rPr>
              <a:t>MST_100</a:t>
            </a: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01AD7CA1-2A77-6AF6-AE7A-F3255BAE2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86056" y="5814539"/>
            <a:ext cx="800219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600" b="1">
                <a:solidFill>
                  <a:schemeClr val="bg1"/>
                </a:solidFill>
              </a:rPr>
              <a:t>작성자</a:t>
            </a: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6AB5618F-88F0-F1D6-6CB8-FB97C8241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86056" y="6145617"/>
            <a:ext cx="2171089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200">
                <a:solidFill>
                  <a:schemeClr val="bg1"/>
                </a:solidFill>
              </a:rPr>
              <a:t>민경석 외 3명</a:t>
            </a:r>
            <a:endParaRPr sz="1200">
              <a:solidFill>
                <a:schemeClr val="bg1"/>
              </a:solidFill>
            </a:endParaRPr>
          </a:p>
        </p:txBody>
      </p:sp>
      <p:sp>
        <p:nvSpPr>
          <p:cNvPr id="40" name="TextBox 39">
            <a:extLst xmlns:a="http://schemas.openxmlformats.org/drawingml/2006/main">
              <a:ext uri="{FF2B5EF4-FFF2-40B4-BE49-F238E27FC236}">
                <a16:creationId xmlns:a16="http://schemas.microsoft.com/office/drawing/2014/main" id="{386070AB-656E-35FF-C9DB-75734CAA4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86055" y="3290063"/>
            <a:ext cx="1005403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600" b="1">
                <a:solidFill>
                  <a:schemeClr val="bg1"/>
                </a:solidFill>
              </a:rPr>
              <a:t>화면개요</a:t>
            </a:r>
          </a:p>
        </p:txBody>
      </p:sp>
      <p:sp>
        <p:nvSpPr>
          <p:cNvPr id="41" name="TextBox 40">
            <a:extLst xmlns:a="http://schemas.openxmlformats.org/drawingml/2006/main">
              <a:ext uri="{FF2B5EF4-FFF2-40B4-BE49-F238E27FC236}">
                <a16:creationId xmlns:a16="http://schemas.microsoft.com/office/drawing/2014/main" id="{1D06E145-6BA5-8E97-9DA2-64AAA20B9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86055" y="3621141"/>
            <a:ext cx="2171089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200">
                <a:solidFill>
                  <a:schemeClr val="bg1"/>
                </a:solidFill>
              </a:rPr>
              <a:t>계정 생성과 로그인 진입 화면</a:t>
            </a:r>
            <a:endParaRPr sz="1200">
              <a:solidFill>
                <a:schemeClr val="bg1"/>
              </a:solidFill>
            </a:endParaRPr>
          </a:p>
        </p:txBody>
      </p:sp>
      <p:sp>
        <p:nvSpPr>
          <p:cNvPr id="43" name="TextBox 42">
            <a:extLst xmlns:a="http://schemas.openxmlformats.org/drawingml/2006/main">
              <a:ext uri="{FF2B5EF4-FFF2-40B4-BE49-F238E27FC236}">
                <a16:creationId xmlns:a16="http://schemas.microsoft.com/office/drawing/2014/main" id="{749DC042-DED4-273C-0554-67E51257F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86055" y="4504265"/>
            <a:ext cx="1098173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600" b="1">
                <a:solidFill>
                  <a:schemeClr val="bg1"/>
                </a:solidFill>
              </a:rPr>
              <a:t>메뉴경로</a:t>
            </a:r>
          </a:p>
        </p:txBody>
      </p:sp>
      <p:sp>
        <p:nvSpPr>
          <p:cNvPr id="44" name="TextBox 43">
            <a:extLst xmlns:a="http://schemas.openxmlformats.org/drawingml/2006/main">
              <a:ext uri="{FF2B5EF4-FFF2-40B4-BE49-F238E27FC236}">
                <a16:creationId xmlns:a16="http://schemas.microsoft.com/office/drawing/2014/main" id="{B39A8AB4-D95E-0C4C-97FE-B8E59B4A6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86055" y="4835343"/>
            <a:ext cx="2371420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200">
                <a:solidFill>
                  <a:schemeClr val="bg1"/>
                </a:solidFill>
              </a:rPr>
              <a:t>메인/로그인·회원가입</a:t>
            </a:r>
            <a:endParaRPr sz="1200">
              <a:solidFill>
                <a:schemeClr val="bg1"/>
              </a:solidFill>
            </a:endParaRPr>
          </a:p>
        </p:txBody>
      </p:sp>
      <p:sp>
        <p:nvSpPr>
          <p:cNvPr id="45" name="TextBox 44">
            <a:extLst xmlns:a="http://schemas.openxmlformats.org/drawingml/2006/main">
              <a:ext uri="{FF2B5EF4-FFF2-40B4-BE49-F238E27FC236}">
                <a16:creationId xmlns:a16="http://schemas.microsoft.com/office/drawing/2014/main" id="{700231D3-C272-556F-D475-C3B3D7F9F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889" y="250718"/>
            <a:ext cx="1107996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로그인·가입</a:t>
            </a:r>
          </a:p>
        </p:txBody>
      </p:sp>
      <p:sp>
        <p:nvSpPr>
          <p:cNvPr id="46" name="TextBox 45">
            <a:extLst xmlns:a="http://schemas.openxmlformats.org/drawingml/2006/main">
              <a:ext uri="{FF2B5EF4-FFF2-40B4-BE49-F238E27FC236}">
                <a16:creationId xmlns:a16="http://schemas.microsoft.com/office/drawing/2014/main" id="{51D24EE1-E966-FCCA-7F33-B08EE9A22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3220" y="904961"/>
            <a:ext cx="607859" cy="2616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100"/>
              <a:t>아이디</a:t>
            </a:r>
            <a:endParaRPr sz="1100"/>
          </a:p>
        </p:txBody>
      </p:sp>
      <p:sp>
        <p:nvSpPr>
          <p:cNvPr id="47" name="TextBox 46">
            <a:extLst xmlns:a="http://schemas.openxmlformats.org/drawingml/2006/main">
              <a:ext uri="{FF2B5EF4-FFF2-40B4-BE49-F238E27FC236}">
                <a16:creationId xmlns:a16="http://schemas.microsoft.com/office/drawing/2014/main" id="{6A1C0DE8-32F0-0C32-BBBC-A8F6DEA30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3220" y="1472396"/>
            <a:ext cx="748923" cy="2616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100"/>
              <a:t>비밀번호</a:t>
            </a:r>
            <a:endParaRPr sz="1100"/>
          </a:p>
        </p:txBody>
      </p:sp>
      <p:sp>
        <p:nvSpPr>
          <p:cNvPr id="48" name="TextBox 47">
            <a:extLst xmlns:a="http://schemas.openxmlformats.org/drawingml/2006/main">
              <a:ext uri="{FF2B5EF4-FFF2-40B4-BE49-F238E27FC236}">
                <a16:creationId xmlns:a16="http://schemas.microsoft.com/office/drawing/2014/main" id="{886820B5-EED8-FA6D-1FF4-EB009740F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3220" y="2044968"/>
            <a:ext cx="1204176" cy="2616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100"/>
              <a:t>간편 로그인</a:t>
            </a:r>
            <a:endParaRPr sz="1100"/>
          </a:p>
        </p:txBody>
      </p:sp>
      <p:sp>
        <p:nvSpPr>
          <p:cNvPr id="49" name="TextBox 48">
            <a:extLst xmlns:a="http://schemas.openxmlformats.org/drawingml/2006/main">
              <a:ext uri="{FF2B5EF4-FFF2-40B4-BE49-F238E27FC236}">
                <a16:creationId xmlns:a16="http://schemas.microsoft.com/office/drawing/2014/main" id="{F7E5617A-7BA6-A6F6-EB41-8CD2E55EA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3220" y="2613063"/>
            <a:ext cx="466794" cy="2616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100"/>
              <a:t>회원가입</a:t>
            </a:r>
            <a:endParaRPr sz="1100"/>
          </a:p>
        </p:txBody>
      </p:sp>
      <p:sp>
        <p:nvSpPr>
          <p:cNvPr id="51" name="TextBox 50">
            <a:extLst xmlns:a="http://schemas.openxmlformats.org/drawingml/2006/main">
              <a:ext uri="{FF2B5EF4-FFF2-40B4-BE49-F238E27FC236}">
                <a16:creationId xmlns:a16="http://schemas.microsoft.com/office/drawing/2014/main" id="{719536E6-D7B4-EE78-8F65-370E1ECC5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3220" y="3181158"/>
            <a:ext cx="922047" cy="2616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100"/>
              <a:t>약관 동의</a:t>
            </a:r>
          </a:p>
        </p:txBody>
      </p:sp>
      <p:sp>
        <p:nvSpPr>
          <p:cNvPr id="52" name="TextBox 51">
            <a:extLst xmlns:a="http://schemas.openxmlformats.org/drawingml/2006/main">
              <a:ext uri="{FF2B5EF4-FFF2-40B4-BE49-F238E27FC236}">
                <a16:creationId xmlns:a16="http://schemas.microsoft.com/office/drawing/2014/main" id="{04BEE536-713E-8D0F-2913-513A6F9F2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3220" y="3749253"/>
            <a:ext cx="607859" cy="2616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100"/>
              <a:t>오류 안내</a:t>
            </a:r>
            <a:endParaRPr sz="1100"/>
          </a:p>
        </p:txBody>
      </p:sp>
      <p:sp>
        <p:nvSpPr>
          <p:cNvPr id="53" name="사각형: 둥근 모서리 52">
            <a:extLst xmlns:a="http://schemas.openxmlformats.org/drawingml/2006/main">
              <a:ext uri="{FF2B5EF4-FFF2-40B4-BE49-F238E27FC236}">
                <a16:creationId xmlns:a16="http://schemas.microsoft.com/office/drawing/2014/main" id="{4BF1CDD4-32B6-1D50-E144-A39B7F222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4693" y="4289272"/>
            <a:ext cx="1667205" cy="28559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bg2">
              <a:lumMod val="5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/>
              <a:t>로그인</a:t>
            </a:r>
          </a:p>
        </p:txBody>
      </p:sp>
      <p:sp>
        <p:nvSpPr>
          <p:cNvPr id="54" name="직사각형 53">
            <a:extLst xmlns:a="http://schemas.openxmlformats.org/drawingml/2006/main">
              <a:ext uri="{FF2B5EF4-FFF2-40B4-BE49-F238E27FC236}">
                <a16:creationId xmlns:a16="http://schemas.microsoft.com/office/drawing/2014/main" id="{583B3065-042D-0EE4-1E6E-BC38A0991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4694" y="904961"/>
            <a:ext cx="1685925" cy="2616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아이디 입력</a:t>
            </a:r>
            <a:endParaRPr sz="1100">
              <a:solidFill>
                <a:schemeClr val="tx1"/>
              </a:solidFill>
            </a:endParaRPr>
          </a:p>
        </p:txBody>
      </p:sp>
      <p:sp>
        <p:nvSpPr>
          <p:cNvPr id="55" name="직사각형 54">
            <a:extLst xmlns:a="http://schemas.openxmlformats.org/drawingml/2006/main">
              <a:ext uri="{FF2B5EF4-FFF2-40B4-BE49-F238E27FC236}">
                <a16:creationId xmlns:a16="http://schemas.microsoft.com/office/drawing/2014/main" id="{07B62099-26D6-E4EB-0BAB-0832BFFAA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4694" y="1472396"/>
            <a:ext cx="1685925" cy="2616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••••••</a:t>
            </a:r>
            <a:endParaRPr sz="1100">
              <a:solidFill>
                <a:schemeClr val="tx1"/>
              </a:solidFill>
            </a:endParaRPr>
          </a:p>
        </p:txBody>
      </p:sp>
      <p:sp>
        <p:nvSpPr>
          <p:cNvPr id="56" name="직사각형 55">
            <a:extLst xmlns:a="http://schemas.openxmlformats.org/drawingml/2006/main">
              <a:ext uri="{FF2B5EF4-FFF2-40B4-BE49-F238E27FC236}">
                <a16:creationId xmlns:a16="http://schemas.microsoft.com/office/drawing/2014/main" id="{1FB9194B-FAF4-FF1A-B2D3-ACA1B5EBE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5974" y="2039831"/>
            <a:ext cx="1685925" cy="2616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카카오 로그인</a:t>
            </a:r>
            <a:endParaRPr sz="1100">
              <a:solidFill>
                <a:schemeClr val="tx1"/>
              </a:solidFill>
            </a:endParaRPr>
          </a:p>
        </p:txBody>
      </p:sp>
      <p:sp>
        <p:nvSpPr>
          <p:cNvPr id="57" name="직사각형 56">
            <a:extLst xmlns:a="http://schemas.openxmlformats.org/drawingml/2006/main">
              <a:ext uri="{FF2B5EF4-FFF2-40B4-BE49-F238E27FC236}">
                <a16:creationId xmlns:a16="http://schemas.microsoft.com/office/drawing/2014/main" id="{B66F31FB-12D1-FA23-0250-609C7B2F9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5974" y="2613063"/>
            <a:ext cx="1685925" cy="2616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신규 계정 만들기</a:t>
            </a:r>
          </a:p>
        </p:txBody>
      </p:sp>
      <p:sp>
        <p:nvSpPr>
          <p:cNvPr id="58" name="직사각형 57">
            <a:extLst xmlns:a="http://schemas.openxmlformats.org/drawingml/2006/main">
              <a:ext uri="{FF2B5EF4-FFF2-40B4-BE49-F238E27FC236}">
                <a16:creationId xmlns:a16="http://schemas.microsoft.com/office/drawing/2014/main" id="{0EF75571-6533-12E2-3ADF-E488BF69A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5974" y="3153641"/>
            <a:ext cx="1685925" cy="2616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필수 약관 확인</a:t>
            </a:r>
            <a:endParaRPr sz="1100">
              <a:solidFill>
                <a:schemeClr val="tx1"/>
              </a:solidFill>
            </a:endParaRPr>
          </a:p>
        </p:txBody>
      </p:sp>
      <p:sp>
        <p:nvSpPr>
          <p:cNvPr id="59" name="직사각형 58">
            <a:extLst xmlns:a="http://schemas.openxmlformats.org/drawingml/2006/main">
              <a:ext uri="{FF2B5EF4-FFF2-40B4-BE49-F238E27FC236}">
                <a16:creationId xmlns:a16="http://schemas.microsoft.com/office/drawing/2014/main" id="{F2E6E33B-9BBD-DF40-3028-46AC182F7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5974" y="3746818"/>
            <a:ext cx="919601" cy="2616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인증 실패 시 안내</a:t>
            </a:r>
            <a:endParaRPr sz="1100">
              <a:solidFill>
                <a:schemeClr val="tx1"/>
              </a:solidFill>
            </a:endParaRPr>
          </a:p>
        </p:txBody>
      </p:sp>
      <p:sp>
        <p:nvSpPr>
          <p:cNvPr id="60" name="사각형: 둥근 모서리 59">
            <a:extLst xmlns:a="http://schemas.openxmlformats.org/drawingml/2006/main">
              <a:ext uri="{FF2B5EF4-FFF2-40B4-BE49-F238E27FC236}">
                <a16:creationId xmlns:a16="http://schemas.microsoft.com/office/drawing/2014/main" id="{E1CE4F41-90FD-4E55-05A0-85946499D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2069" y="904961"/>
            <a:ext cx="938981" cy="26161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bg2">
              <a:lumMod val="5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/>
              <a:t>비밀번호 찾기</a:t>
            </a:r>
          </a:p>
        </p:txBody>
      </p:sp>
      <p:sp>
        <p:nvSpPr>
          <p:cNvPr id="61" name="직사각형 60">
            <a:extLst xmlns:a="http://schemas.openxmlformats.org/drawingml/2006/main">
              <a:ext uri="{FF2B5EF4-FFF2-40B4-BE49-F238E27FC236}">
                <a16:creationId xmlns:a16="http://schemas.microsoft.com/office/drawing/2014/main" id="{05CCDA59-ADE6-9A40-054D-9484DC61F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5752" y="3746818"/>
            <a:ext cx="919601" cy="2616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rPr sz="1100">
                <a:solidFill>
                  <a:schemeClr val="tx1"/>
                </a:solidFill>
              </a:rPr>
              <a:t>회원가입</a:t>
            </a:r>
            <a:endParaRPr sz="1100">
              <a:solidFill>
                <a:schemeClr val="tx1"/>
              </a:solidFill>
            </a:endParaRPr>
          </a:p>
        </p:txBody>
      </p:sp>
      <p:sp>
        <p:nvSpPr>
          <p:cNvPr id="62" name="TextBox 61">
            <a:extLst xmlns:a="http://schemas.openxmlformats.org/drawingml/2006/main">
              <a:ext uri="{FF2B5EF4-FFF2-40B4-BE49-F238E27FC236}">
                <a16:creationId xmlns:a16="http://schemas.microsoft.com/office/drawing/2014/main" id="{2BBED598-0BBD-1792-671F-A447ED637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4448" y="3749253"/>
            <a:ext cx="311304" cy="2616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defRPr sz="75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75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또는</a:t>
            </a:r>
            <a:endParaRPr sz="1100"/>
          </a:p>
        </p:txBody>
      </p:sp>
      <p:sp>
        <p:nvSpPr>
          <p:cNvPr id="75" name="타원 74">
            <a:extLst xmlns:a="http://schemas.openxmlformats.org/drawingml/2006/main">
              <a:ext uri="{FF2B5EF4-FFF2-40B4-BE49-F238E27FC236}">
                <a16:creationId xmlns:a16="http://schemas.microsoft.com/office/drawing/2014/main" id="{51A9C48F-1769-1064-5EBA-CD6BA5BDC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2133" y="904961"/>
            <a:ext cx="223926" cy="22392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00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 b="1">
                <a:solidFill>
                  <a:schemeClr val="bg1"/>
                </a:solidFill>
              </a:rPr>
              <a:t>1</a:t>
            </a:r>
            <a:endParaRPr sz="1400" b="1">
              <a:solidFill>
                <a:schemeClr val="bg1"/>
              </a:solidFill>
            </a:endParaRPr>
          </a:p>
        </p:txBody>
      </p:sp>
      <p:sp>
        <p:nvSpPr>
          <p:cNvPr id="76" name="타원 75">
            <a:extLst xmlns:a="http://schemas.openxmlformats.org/drawingml/2006/main">
              <a:ext uri="{FF2B5EF4-FFF2-40B4-BE49-F238E27FC236}">
                <a16:creationId xmlns:a16="http://schemas.microsoft.com/office/drawing/2014/main" id="{9EB34DAE-9E09-5449-D298-566C8F2A1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2133" y="1478790"/>
            <a:ext cx="223926" cy="22392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00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 b="1">
                <a:solidFill>
                  <a:schemeClr val="bg1"/>
                </a:solidFill>
              </a:rPr>
              <a:t>2</a:t>
            </a:r>
            <a:endParaRPr sz="1400" b="1">
              <a:solidFill>
                <a:schemeClr val="bg1"/>
              </a:solidFill>
            </a:endParaRPr>
          </a:p>
        </p:txBody>
      </p:sp>
      <p:sp>
        <p:nvSpPr>
          <p:cNvPr id="77" name="타원 76">
            <a:extLst xmlns:a="http://schemas.openxmlformats.org/drawingml/2006/main">
              <a:ext uri="{FF2B5EF4-FFF2-40B4-BE49-F238E27FC236}">
                <a16:creationId xmlns:a16="http://schemas.microsoft.com/office/drawing/2014/main" id="{3C82D986-219B-F00F-B5DB-B888ECE89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2133" y="2052619"/>
            <a:ext cx="223926" cy="22392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00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 b="1">
                <a:solidFill>
                  <a:schemeClr val="bg1"/>
                </a:solidFill>
              </a:rPr>
              <a:t>3</a:t>
            </a:r>
            <a:endParaRPr sz="1400" b="1">
              <a:solidFill>
                <a:schemeClr val="bg1"/>
              </a:solidFill>
            </a:endParaRPr>
          </a:p>
        </p:txBody>
      </p:sp>
      <p:sp>
        <p:nvSpPr>
          <p:cNvPr id="78" name="타원 77">
            <a:extLst xmlns:a="http://schemas.openxmlformats.org/drawingml/2006/main">
              <a:ext uri="{FF2B5EF4-FFF2-40B4-BE49-F238E27FC236}">
                <a16:creationId xmlns:a16="http://schemas.microsoft.com/office/drawing/2014/main" id="{109FCB3F-C0C2-A1BF-8CAA-276738E17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2133" y="2656481"/>
            <a:ext cx="223926" cy="22886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00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 b="1">
                <a:solidFill>
                  <a:schemeClr val="bg1"/>
                </a:solidFill>
              </a:rPr>
              <a:t>4</a:t>
            </a:r>
            <a:endParaRPr sz="1400" b="1">
              <a:solidFill>
                <a:schemeClr val="bg1"/>
              </a:solidFill>
            </a:endParaRPr>
          </a:p>
        </p:txBody>
      </p:sp>
      <p:sp>
        <p:nvSpPr>
          <p:cNvPr id="79" name="타원 78">
            <a:extLst xmlns:a="http://schemas.openxmlformats.org/drawingml/2006/main">
              <a:ext uri="{FF2B5EF4-FFF2-40B4-BE49-F238E27FC236}">
                <a16:creationId xmlns:a16="http://schemas.microsoft.com/office/drawing/2014/main" id="{B4DA0951-D500-5B57-5ACD-201E64F0A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2133" y="3172483"/>
            <a:ext cx="223926" cy="22392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00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 b="1">
                <a:solidFill>
                  <a:schemeClr val="bg1"/>
                </a:solidFill>
              </a:rPr>
              <a:t>5</a:t>
            </a:r>
            <a:endParaRPr sz="1400" b="1">
              <a:solidFill>
                <a:schemeClr val="bg1"/>
              </a:solidFill>
            </a:endParaRPr>
          </a:p>
        </p:txBody>
      </p:sp>
      <p:sp>
        <p:nvSpPr>
          <p:cNvPr id="80" name="타원 79">
            <a:extLst xmlns:a="http://schemas.openxmlformats.org/drawingml/2006/main">
              <a:ext uri="{FF2B5EF4-FFF2-40B4-BE49-F238E27FC236}">
                <a16:creationId xmlns:a16="http://schemas.microsoft.com/office/drawing/2014/main" id="{AD0A111E-2E89-823C-4BF8-84982E008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2133" y="3765660"/>
            <a:ext cx="223926" cy="22392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00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 b="1">
                <a:solidFill>
                  <a:schemeClr val="bg1"/>
                </a:solidFill>
              </a:rPr>
              <a:t>6</a:t>
            </a:r>
            <a:endParaRPr sz="1400" b="1">
              <a:solidFill>
                <a:schemeClr val="bg1"/>
              </a:solidFill>
            </a:endParaRPr>
          </a:p>
        </p:txBody>
      </p:sp>
      <p:sp>
        <p:nvSpPr>
          <p:cNvPr id="81" name="타원 80">
            <a:extLst xmlns:a="http://schemas.openxmlformats.org/drawingml/2006/main">
              <a:ext uri="{FF2B5EF4-FFF2-40B4-BE49-F238E27FC236}">
                <a16:creationId xmlns:a16="http://schemas.microsoft.com/office/drawing/2014/main" id="{DE2695AB-5E1D-BE8B-8B70-8643CA811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4675" y="770983"/>
            <a:ext cx="223926" cy="22392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00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 b="1">
                <a:solidFill>
                  <a:schemeClr val="bg1"/>
                </a:solidFill>
              </a:rPr>
              <a:t>7</a:t>
            </a:r>
            <a:endParaRPr sz="1400" b="1">
              <a:solidFill>
                <a:schemeClr val="bg1"/>
              </a:solidFill>
            </a:endParaRPr>
          </a:p>
        </p:txBody>
      </p:sp>
      <p:sp>
        <p:nvSpPr>
          <p:cNvPr id="82" name="타원 81">
            <a:extLst xmlns:a="http://schemas.openxmlformats.org/drawingml/2006/main">
              <a:ext uri="{FF2B5EF4-FFF2-40B4-BE49-F238E27FC236}">
                <a16:creationId xmlns:a16="http://schemas.microsoft.com/office/drawing/2014/main" id="{5606C5DC-C2DF-743A-FC08-9B4686404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3789" y="3632420"/>
            <a:ext cx="223926" cy="22392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00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 b="1">
                <a:solidFill>
                  <a:schemeClr val="bg1"/>
                </a:solidFill>
              </a:rPr>
              <a:t>8</a:t>
            </a:r>
            <a:endParaRPr sz="1400" b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0962209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직사각형 3">
            <a:extLst xmlns:a="http://schemas.openxmlformats.org/drawingml/2006/main">
              <a:ext uri="{FF2B5EF4-FFF2-40B4-BE49-F238E27FC236}">
                <a16:creationId xmlns:a16="http://schemas.microsoft.com/office/drawing/2014/main" id="{17CCAA0A-5307-48D3-9858-F46440A1D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"/>
            <a:ext cx="2743201" cy="68579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0D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600"/>
          </a:p>
        </p:txBody>
      </p:sp>
      <p:sp>
        <p:nvSpPr>
          <p:cNvPr id="17" name="직사각형 16">
            <a:extLst xmlns:a="http://schemas.openxmlformats.org/drawingml/2006/main">
              <a:ext uri="{FF2B5EF4-FFF2-40B4-BE49-F238E27FC236}">
                <a16:creationId xmlns:a16="http://schemas.microsoft.com/office/drawing/2014/main" id="{F2EE50EF-1C64-4D24-A8FC-FEB31ECAB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5172074"/>
            <a:ext cx="7162799" cy="168592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600"/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17EFCDDE-1130-408D-9BF1-4DAA52C21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0037" y="5412546"/>
            <a:ext cx="1005403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600" b="1"/>
              <a:t>화면설명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0DBB6D9D-7151-48F9-9712-A4D8DDC0A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0036" y="5781724"/>
            <a:ext cx="6687844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200"/>
              <a:t>① 추천에 필요한 필수 프로필을 입력한다.</a:t>
            </a:r>
          </a:p>
          <a:p xmlns:a="http://schemas.openxmlformats.org/drawingml/2006/main">
            <a:r>
              <a:rPr sz="1200"/>
              <a:t>② 자동 채움용 개인정보는 별도로 선택 등록한다.</a:t>
            </a:r>
          </a:p>
          <a:p xmlns:a="http://schemas.openxmlformats.org/drawingml/2006/main">
            <a:r>
              <a:rPr sz="1200"/>
              <a:t>③ 누락 항목은 저장 전에 해당 위치에 표시한다.</a:t>
            </a:r>
          </a:p>
          <a:p xmlns:a="http://schemas.openxmlformats.org/drawingml/2006/main">
            <a:r>
              <a:rPr sz="1200"/>
              <a:t>④ 저장 후 개인 조건에 맞는 추천 목록을 다시 계산한다.</a:t>
            </a:r>
          </a:p>
        </p:txBody>
      </p:sp>
      <p:sp>
        <p:nvSpPr>
          <p:cNvPr id="2" name="직사각형 1">
            <a:extLst xmlns:a="http://schemas.openxmlformats.org/drawingml/2006/main">
              <a:ext uri="{FF2B5EF4-FFF2-40B4-BE49-F238E27FC236}">
                <a16:creationId xmlns:a16="http://schemas.microsoft.com/office/drawing/2014/main" id="{2C5E6D3A-1F98-A7A1-F76B-3DF2DF7FF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"/>
            <a:ext cx="2743201" cy="685799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6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600"/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684C5B66-E2BA-C71B-F0E8-C823E79C1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86056" y="435384"/>
            <a:ext cx="872355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600" b="1">
                <a:solidFill>
                  <a:schemeClr val="bg1"/>
                </a:solidFill>
              </a:rPr>
              <a:t>화면 </a:t>
            </a:r>
            <a:r>
              <a:rPr sz="1600" b="1">
                <a:solidFill>
                  <a:schemeClr val="bg1"/>
                </a:solidFill>
              </a:rPr>
              <a:t>ID </a:t>
            </a:r>
            <a:endParaRPr sz="1600" b="1">
              <a:solidFill>
                <a:schemeClr val="bg1"/>
              </a:solidFill>
            </a:endParaR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069BD7A6-F08F-9C73-39AB-FF7DE37F1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86056" y="766462"/>
            <a:ext cx="2171089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200">
                <a:solidFill>
                  <a:schemeClr val="bg1"/>
                </a:solidFill>
              </a:rPr>
              <a:t>PROFILE_SETUP_01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F27DB6E3-593C-2CD3-6CB3-2796D0833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86056" y="1318508"/>
            <a:ext cx="1005403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600" b="1">
                <a:solidFill>
                  <a:schemeClr val="bg1"/>
                </a:solidFill>
              </a:rPr>
              <a:t>화면이름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18537E69-BBEC-9364-0126-0BB4E7ED4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86056" y="1649586"/>
            <a:ext cx="2171089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200">
                <a:solidFill>
                  <a:schemeClr val="bg1"/>
                </a:solidFill>
              </a:rPr>
              <a:t>청년 프로필 등록</a:t>
            </a:r>
            <a:endParaRPr sz="1200">
              <a:solidFill>
                <a:schemeClr val="bg1"/>
              </a:solidFill>
            </a:endParaRP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FE6A5A0E-6213-1221-0832-D874A4969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86056" y="2386298"/>
            <a:ext cx="1898277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600" b="1">
                <a:solidFill>
                  <a:schemeClr val="bg1"/>
                </a:solidFill>
              </a:rPr>
              <a:t>관련</a:t>
            </a:r>
            <a:r>
              <a:rPr sz="1600" b="1">
                <a:solidFill>
                  <a:schemeClr val="bg1"/>
                </a:solidFill>
              </a:rPr>
              <a:t> </a:t>
            </a:r>
            <a:r>
              <a:rPr sz="1600" b="1">
                <a:solidFill>
                  <a:schemeClr val="bg1"/>
                </a:solidFill>
              </a:rPr>
              <a:t>유스케이스</a:t>
            </a:r>
            <a:r>
              <a:rPr sz="1600" b="1">
                <a:solidFill>
                  <a:schemeClr val="bg1"/>
                </a:solidFill>
              </a:rPr>
              <a:t> </a:t>
            </a:r>
            <a:r>
              <a:rPr sz="1600" b="1">
                <a:solidFill>
                  <a:schemeClr val="bg1"/>
                </a:solidFill>
              </a:rPr>
              <a:t>ID</a:t>
            </a:r>
            <a:endParaRPr sz="1600" b="1">
              <a:solidFill>
                <a:schemeClr val="bg1"/>
              </a:solidFill>
            </a:endParaRP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F61305A1-4EF3-9CC6-66B6-231F2BB6D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86056" y="2717376"/>
            <a:ext cx="2171089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200">
                <a:solidFill>
                  <a:schemeClr val="bg1"/>
                </a:solidFill>
              </a:rPr>
              <a:t>MST_100</a:t>
            </a: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01AD7CA1-2A77-6AF6-AE7A-F3255BAE2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86056" y="5814539"/>
            <a:ext cx="800219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600" b="1">
                <a:solidFill>
                  <a:schemeClr val="bg1"/>
                </a:solidFill>
              </a:rPr>
              <a:t>작성자</a:t>
            </a: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6AB5618F-88F0-F1D6-6CB8-FB97C8241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86056" y="6145617"/>
            <a:ext cx="2171089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200">
                <a:solidFill>
                  <a:schemeClr val="bg1"/>
                </a:solidFill>
              </a:rPr>
              <a:t>민경석 외 3명</a:t>
            </a:r>
            <a:endParaRPr sz="1200">
              <a:solidFill>
                <a:schemeClr val="bg1"/>
              </a:solidFill>
            </a:endParaRPr>
          </a:p>
        </p:txBody>
      </p:sp>
      <p:sp>
        <p:nvSpPr>
          <p:cNvPr id="40" name="TextBox 39">
            <a:extLst xmlns:a="http://schemas.openxmlformats.org/drawingml/2006/main">
              <a:ext uri="{FF2B5EF4-FFF2-40B4-BE49-F238E27FC236}">
                <a16:creationId xmlns:a16="http://schemas.microsoft.com/office/drawing/2014/main" id="{386070AB-656E-35FF-C9DB-75734CAA4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86055" y="3290063"/>
            <a:ext cx="1005403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600" b="1">
                <a:solidFill>
                  <a:schemeClr val="bg1"/>
                </a:solidFill>
              </a:rPr>
              <a:t>화면개요</a:t>
            </a:r>
          </a:p>
        </p:txBody>
      </p:sp>
      <p:sp>
        <p:nvSpPr>
          <p:cNvPr id="41" name="TextBox 40">
            <a:extLst xmlns:a="http://schemas.openxmlformats.org/drawingml/2006/main">
              <a:ext uri="{FF2B5EF4-FFF2-40B4-BE49-F238E27FC236}">
                <a16:creationId xmlns:a16="http://schemas.microsoft.com/office/drawing/2014/main" id="{1D06E145-6BA5-8E97-9DA2-64AAA20B9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86055" y="3621141"/>
            <a:ext cx="2171089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200">
                <a:solidFill>
                  <a:schemeClr val="bg1"/>
                </a:solidFill>
              </a:rPr>
              <a:t>추천과 자동 채움에 사용할 프로필 입력</a:t>
            </a:r>
            <a:endParaRPr sz="1200">
              <a:solidFill>
                <a:schemeClr val="bg1"/>
              </a:solidFill>
            </a:endParaRPr>
          </a:p>
        </p:txBody>
      </p:sp>
      <p:sp>
        <p:nvSpPr>
          <p:cNvPr id="43" name="TextBox 42">
            <a:extLst xmlns:a="http://schemas.openxmlformats.org/drawingml/2006/main">
              <a:ext uri="{FF2B5EF4-FFF2-40B4-BE49-F238E27FC236}">
                <a16:creationId xmlns:a16="http://schemas.microsoft.com/office/drawing/2014/main" id="{749DC042-DED4-273C-0554-67E51257F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86055" y="4504265"/>
            <a:ext cx="1098173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600" b="1">
                <a:solidFill>
                  <a:schemeClr val="bg1"/>
                </a:solidFill>
              </a:rPr>
              <a:t>메뉴경로</a:t>
            </a:r>
          </a:p>
        </p:txBody>
      </p:sp>
      <p:sp>
        <p:nvSpPr>
          <p:cNvPr id="44" name="TextBox 43">
            <a:extLst xmlns:a="http://schemas.openxmlformats.org/drawingml/2006/main">
              <a:ext uri="{FF2B5EF4-FFF2-40B4-BE49-F238E27FC236}">
                <a16:creationId xmlns:a16="http://schemas.microsoft.com/office/drawing/2014/main" id="{B39A8AB4-D95E-0C4C-97FE-B8E59B4A6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86055" y="4835343"/>
            <a:ext cx="2371420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200">
                <a:solidFill>
                  <a:schemeClr val="bg1"/>
                </a:solidFill>
              </a:rPr>
              <a:t>마이페이지/프로필 관리</a:t>
            </a:r>
            <a:endParaRPr sz="1200">
              <a:solidFill>
                <a:schemeClr val="bg1"/>
              </a:solidFill>
            </a:endParaRPr>
          </a:p>
        </p:txBody>
      </p:sp>
      <p:sp>
        <p:nvSpPr>
          <p:cNvPr id="45" name="TextBox 44">
            <a:extLst xmlns:a="http://schemas.openxmlformats.org/drawingml/2006/main">
              <a:ext uri="{FF2B5EF4-FFF2-40B4-BE49-F238E27FC236}">
                <a16:creationId xmlns:a16="http://schemas.microsoft.com/office/drawing/2014/main" id="{700231D3-C272-556F-D475-C3B3D7F9F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889" y="250718"/>
            <a:ext cx="1107996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프로필 등록</a:t>
            </a:r>
          </a:p>
        </p:txBody>
      </p:sp>
      <p:sp>
        <p:nvSpPr>
          <p:cNvPr id="46" name="TextBox 45">
            <a:extLst xmlns:a="http://schemas.openxmlformats.org/drawingml/2006/main">
              <a:ext uri="{FF2B5EF4-FFF2-40B4-BE49-F238E27FC236}">
                <a16:creationId xmlns:a16="http://schemas.microsoft.com/office/drawing/2014/main" id="{51D24EE1-E966-FCCA-7F33-B08EE9A22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3220" y="904961"/>
            <a:ext cx="607859" cy="2616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100"/>
              <a:t>나이</a:t>
            </a:r>
            <a:endParaRPr sz="1100"/>
          </a:p>
        </p:txBody>
      </p:sp>
      <p:sp>
        <p:nvSpPr>
          <p:cNvPr id="47" name="TextBox 46">
            <a:extLst xmlns:a="http://schemas.openxmlformats.org/drawingml/2006/main">
              <a:ext uri="{FF2B5EF4-FFF2-40B4-BE49-F238E27FC236}">
                <a16:creationId xmlns:a16="http://schemas.microsoft.com/office/drawing/2014/main" id="{6A1C0DE8-32F0-0C32-BBBC-A8F6DEA30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3220" y="1472396"/>
            <a:ext cx="748923" cy="2616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100"/>
              <a:t>거주지·기간</a:t>
            </a:r>
            <a:endParaRPr sz="1100"/>
          </a:p>
        </p:txBody>
      </p:sp>
      <p:sp>
        <p:nvSpPr>
          <p:cNvPr id="48" name="TextBox 47">
            <a:extLst xmlns:a="http://schemas.openxmlformats.org/drawingml/2006/main">
              <a:ext uri="{FF2B5EF4-FFF2-40B4-BE49-F238E27FC236}">
                <a16:creationId xmlns:a16="http://schemas.microsoft.com/office/drawing/2014/main" id="{886820B5-EED8-FA6D-1FF4-EB009740F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3220" y="2044968"/>
            <a:ext cx="1204176" cy="2616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100"/>
              <a:t>취업 상태</a:t>
            </a:r>
            <a:endParaRPr sz="1100"/>
          </a:p>
        </p:txBody>
      </p:sp>
      <p:sp>
        <p:nvSpPr>
          <p:cNvPr id="49" name="TextBox 48">
            <a:extLst xmlns:a="http://schemas.openxmlformats.org/drawingml/2006/main">
              <a:ext uri="{FF2B5EF4-FFF2-40B4-BE49-F238E27FC236}">
                <a16:creationId xmlns:a16="http://schemas.microsoft.com/office/drawing/2014/main" id="{F7E5617A-7BA6-A6F6-EB41-8CD2E55EA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3220" y="2613063"/>
            <a:ext cx="466794" cy="2616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100"/>
              <a:t>소득 구간</a:t>
            </a:r>
            <a:endParaRPr sz="1100"/>
          </a:p>
        </p:txBody>
      </p:sp>
      <p:sp>
        <p:nvSpPr>
          <p:cNvPr id="51" name="TextBox 50">
            <a:extLst xmlns:a="http://schemas.openxmlformats.org/drawingml/2006/main">
              <a:ext uri="{FF2B5EF4-FFF2-40B4-BE49-F238E27FC236}">
                <a16:creationId xmlns:a16="http://schemas.microsoft.com/office/drawing/2014/main" id="{719536E6-D7B4-EE78-8F65-370E1ECC5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3220" y="3181158"/>
            <a:ext cx="922047" cy="2616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100"/>
              <a:t>학력·가구</a:t>
            </a:r>
          </a:p>
        </p:txBody>
      </p:sp>
      <p:sp>
        <p:nvSpPr>
          <p:cNvPr id="52" name="TextBox 51">
            <a:extLst xmlns:a="http://schemas.openxmlformats.org/drawingml/2006/main">
              <a:ext uri="{FF2B5EF4-FFF2-40B4-BE49-F238E27FC236}">
                <a16:creationId xmlns:a16="http://schemas.microsoft.com/office/drawing/2014/main" id="{04BEE536-713E-8D0F-2913-513A6F9F2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3220" y="3749253"/>
            <a:ext cx="607859" cy="2616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100"/>
              <a:t>관심 분야</a:t>
            </a:r>
            <a:endParaRPr sz="1100"/>
          </a:p>
        </p:txBody>
      </p:sp>
      <p:sp>
        <p:nvSpPr>
          <p:cNvPr id="53" name="사각형: 둥근 모서리 52">
            <a:extLst xmlns:a="http://schemas.openxmlformats.org/drawingml/2006/main">
              <a:ext uri="{FF2B5EF4-FFF2-40B4-BE49-F238E27FC236}">
                <a16:creationId xmlns:a16="http://schemas.microsoft.com/office/drawing/2014/main" id="{4BF1CDD4-32B6-1D50-E144-A39B7F222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4693" y="4289272"/>
            <a:ext cx="1667205" cy="28559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bg2">
              <a:lumMod val="5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/>
              <a:t>저장 후 추천</a:t>
            </a:r>
          </a:p>
        </p:txBody>
      </p:sp>
      <p:sp>
        <p:nvSpPr>
          <p:cNvPr id="54" name="직사각형 53">
            <a:extLst xmlns:a="http://schemas.openxmlformats.org/drawingml/2006/main">
              <a:ext uri="{FF2B5EF4-FFF2-40B4-BE49-F238E27FC236}">
                <a16:creationId xmlns:a16="http://schemas.microsoft.com/office/drawing/2014/main" id="{583B3065-042D-0EE4-1E6E-BC38A0991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4694" y="904961"/>
            <a:ext cx="1685925" cy="2616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만 나이 선택</a:t>
            </a:r>
            <a:endParaRPr sz="1100">
              <a:solidFill>
                <a:schemeClr val="tx1"/>
              </a:solidFill>
            </a:endParaRPr>
          </a:p>
        </p:txBody>
      </p:sp>
      <p:sp>
        <p:nvSpPr>
          <p:cNvPr id="55" name="직사각형 54">
            <a:extLst xmlns:a="http://schemas.openxmlformats.org/drawingml/2006/main">
              <a:ext uri="{FF2B5EF4-FFF2-40B4-BE49-F238E27FC236}">
                <a16:creationId xmlns:a16="http://schemas.microsoft.com/office/drawing/2014/main" id="{07B62099-26D6-E4EB-0BAB-0832BFFAA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4694" y="1472396"/>
            <a:ext cx="1685925" cy="2616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목포시 · 거주기간</a:t>
            </a:r>
            <a:endParaRPr sz="1100">
              <a:solidFill>
                <a:schemeClr val="tx1"/>
              </a:solidFill>
            </a:endParaRPr>
          </a:p>
        </p:txBody>
      </p:sp>
      <p:sp>
        <p:nvSpPr>
          <p:cNvPr id="56" name="직사각형 55">
            <a:extLst xmlns:a="http://schemas.openxmlformats.org/drawingml/2006/main">
              <a:ext uri="{FF2B5EF4-FFF2-40B4-BE49-F238E27FC236}">
                <a16:creationId xmlns:a16="http://schemas.microsoft.com/office/drawing/2014/main" id="{1FB9194B-FAF4-FF1A-B2D3-ACA1B5EBE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5974" y="2039831"/>
            <a:ext cx="1685925" cy="2616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재직/구직/학생</a:t>
            </a:r>
            <a:endParaRPr sz="1100">
              <a:solidFill>
                <a:schemeClr val="tx1"/>
              </a:solidFill>
            </a:endParaRPr>
          </a:p>
        </p:txBody>
      </p:sp>
      <p:sp>
        <p:nvSpPr>
          <p:cNvPr id="57" name="직사각형 56">
            <a:extLst xmlns:a="http://schemas.openxmlformats.org/drawingml/2006/main">
              <a:ext uri="{FF2B5EF4-FFF2-40B4-BE49-F238E27FC236}">
                <a16:creationId xmlns:a16="http://schemas.microsoft.com/office/drawing/2014/main" id="{B66F31FB-12D1-FA23-0250-609C7B2F9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5974" y="2613063"/>
            <a:ext cx="1685925" cy="2616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구간 선택</a:t>
            </a:r>
          </a:p>
        </p:txBody>
      </p:sp>
      <p:sp>
        <p:nvSpPr>
          <p:cNvPr id="58" name="직사각형 57">
            <a:extLst xmlns:a="http://schemas.openxmlformats.org/drawingml/2006/main">
              <a:ext uri="{FF2B5EF4-FFF2-40B4-BE49-F238E27FC236}">
                <a16:creationId xmlns:a16="http://schemas.microsoft.com/office/drawing/2014/main" id="{0EF75571-6533-12E2-3ADF-E488BF69A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5974" y="3153641"/>
            <a:ext cx="1685925" cy="2616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선택 항목 입력</a:t>
            </a:r>
            <a:endParaRPr sz="1100">
              <a:solidFill>
                <a:schemeClr val="tx1"/>
              </a:solidFill>
            </a:endParaRPr>
          </a:p>
        </p:txBody>
      </p:sp>
      <p:sp>
        <p:nvSpPr>
          <p:cNvPr id="59" name="직사각형 58">
            <a:extLst xmlns:a="http://schemas.openxmlformats.org/drawingml/2006/main">
              <a:ext uri="{FF2B5EF4-FFF2-40B4-BE49-F238E27FC236}">
                <a16:creationId xmlns:a16="http://schemas.microsoft.com/office/drawing/2014/main" id="{F2E6E33B-9BBD-DF40-3028-46AC182F7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5974" y="3746818"/>
            <a:ext cx="919601" cy="2616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일자리·주거 외</a:t>
            </a:r>
            <a:endParaRPr sz="1100">
              <a:solidFill>
                <a:schemeClr val="tx1"/>
              </a:solidFill>
            </a:endParaRPr>
          </a:p>
        </p:txBody>
      </p:sp>
      <p:sp>
        <p:nvSpPr>
          <p:cNvPr id="60" name="사각형: 둥근 모서리 59">
            <a:extLst xmlns:a="http://schemas.openxmlformats.org/drawingml/2006/main">
              <a:ext uri="{FF2B5EF4-FFF2-40B4-BE49-F238E27FC236}">
                <a16:creationId xmlns:a16="http://schemas.microsoft.com/office/drawing/2014/main" id="{E1CE4F41-90FD-4E55-05A0-85946499D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2069" y="904961"/>
            <a:ext cx="938981" cy="26161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bg2">
              <a:lumMod val="5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/>
              <a:t>자동채움 정보</a:t>
            </a:r>
          </a:p>
        </p:txBody>
      </p:sp>
      <p:sp>
        <p:nvSpPr>
          <p:cNvPr id="61" name="직사각형 60">
            <a:extLst xmlns:a="http://schemas.openxmlformats.org/drawingml/2006/main">
              <a:ext uri="{FF2B5EF4-FFF2-40B4-BE49-F238E27FC236}">
                <a16:creationId xmlns:a16="http://schemas.microsoft.com/office/drawing/2014/main" id="{05CCDA59-ADE6-9A40-054D-9484DC61F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5752" y="3746818"/>
            <a:ext cx="919601" cy="2616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rPr sz="1100">
                <a:solidFill>
                  <a:schemeClr val="tx1"/>
                </a:solidFill>
              </a:rPr>
              <a:t>선택 등록</a:t>
            </a:r>
            <a:endParaRPr sz="1100">
              <a:solidFill>
                <a:schemeClr val="tx1"/>
              </a:solidFill>
            </a:endParaRPr>
          </a:p>
        </p:txBody>
      </p:sp>
      <p:sp>
        <p:nvSpPr>
          <p:cNvPr id="62" name="TextBox 61">
            <a:extLst xmlns:a="http://schemas.openxmlformats.org/drawingml/2006/main">
              <a:ext uri="{FF2B5EF4-FFF2-40B4-BE49-F238E27FC236}">
                <a16:creationId xmlns:a16="http://schemas.microsoft.com/office/drawing/2014/main" id="{2BBED598-0BBD-1792-671F-A447ED637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4448" y="3749253"/>
            <a:ext cx="311304" cy="2616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defRPr sz="75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75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확장</a:t>
            </a:r>
            <a:endParaRPr sz="1100"/>
          </a:p>
        </p:txBody>
      </p:sp>
      <p:sp>
        <p:nvSpPr>
          <p:cNvPr id="75" name="타원 74">
            <a:extLst xmlns:a="http://schemas.openxmlformats.org/drawingml/2006/main">
              <a:ext uri="{FF2B5EF4-FFF2-40B4-BE49-F238E27FC236}">
                <a16:creationId xmlns:a16="http://schemas.microsoft.com/office/drawing/2014/main" id="{51A9C48F-1769-1064-5EBA-CD6BA5BDC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2133" y="904961"/>
            <a:ext cx="223926" cy="22392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00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 b="1">
                <a:solidFill>
                  <a:schemeClr val="bg1"/>
                </a:solidFill>
              </a:rPr>
              <a:t>1</a:t>
            </a:r>
            <a:endParaRPr sz="1400" b="1">
              <a:solidFill>
                <a:schemeClr val="bg1"/>
              </a:solidFill>
            </a:endParaRPr>
          </a:p>
        </p:txBody>
      </p:sp>
      <p:sp>
        <p:nvSpPr>
          <p:cNvPr id="76" name="타원 75">
            <a:extLst xmlns:a="http://schemas.openxmlformats.org/drawingml/2006/main">
              <a:ext uri="{FF2B5EF4-FFF2-40B4-BE49-F238E27FC236}">
                <a16:creationId xmlns:a16="http://schemas.microsoft.com/office/drawing/2014/main" id="{9EB34DAE-9E09-5449-D298-566C8F2A1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2133" y="1478790"/>
            <a:ext cx="223926" cy="22392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00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 b="1">
                <a:solidFill>
                  <a:schemeClr val="bg1"/>
                </a:solidFill>
              </a:rPr>
              <a:t>2</a:t>
            </a:r>
            <a:endParaRPr sz="1400" b="1">
              <a:solidFill>
                <a:schemeClr val="bg1"/>
              </a:solidFill>
            </a:endParaRPr>
          </a:p>
        </p:txBody>
      </p:sp>
      <p:sp>
        <p:nvSpPr>
          <p:cNvPr id="77" name="타원 76">
            <a:extLst xmlns:a="http://schemas.openxmlformats.org/drawingml/2006/main">
              <a:ext uri="{FF2B5EF4-FFF2-40B4-BE49-F238E27FC236}">
                <a16:creationId xmlns:a16="http://schemas.microsoft.com/office/drawing/2014/main" id="{3C82D986-219B-F00F-B5DB-B888ECE89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2133" y="2052619"/>
            <a:ext cx="223926" cy="22392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00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 b="1">
                <a:solidFill>
                  <a:schemeClr val="bg1"/>
                </a:solidFill>
              </a:rPr>
              <a:t>3</a:t>
            </a:r>
            <a:endParaRPr sz="1400" b="1">
              <a:solidFill>
                <a:schemeClr val="bg1"/>
              </a:solidFill>
            </a:endParaRPr>
          </a:p>
        </p:txBody>
      </p:sp>
      <p:sp>
        <p:nvSpPr>
          <p:cNvPr id="78" name="타원 77">
            <a:extLst xmlns:a="http://schemas.openxmlformats.org/drawingml/2006/main">
              <a:ext uri="{FF2B5EF4-FFF2-40B4-BE49-F238E27FC236}">
                <a16:creationId xmlns:a16="http://schemas.microsoft.com/office/drawing/2014/main" id="{109FCB3F-C0C2-A1BF-8CAA-276738E17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2133" y="2656481"/>
            <a:ext cx="223926" cy="22886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00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 b="1">
                <a:solidFill>
                  <a:schemeClr val="bg1"/>
                </a:solidFill>
              </a:rPr>
              <a:t>4</a:t>
            </a:r>
            <a:endParaRPr sz="1400" b="1">
              <a:solidFill>
                <a:schemeClr val="bg1"/>
              </a:solidFill>
            </a:endParaRPr>
          </a:p>
        </p:txBody>
      </p:sp>
      <p:sp>
        <p:nvSpPr>
          <p:cNvPr id="79" name="타원 78">
            <a:extLst xmlns:a="http://schemas.openxmlformats.org/drawingml/2006/main">
              <a:ext uri="{FF2B5EF4-FFF2-40B4-BE49-F238E27FC236}">
                <a16:creationId xmlns:a16="http://schemas.microsoft.com/office/drawing/2014/main" id="{B4DA0951-D500-5B57-5ACD-201E64F0A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2133" y="3172483"/>
            <a:ext cx="223926" cy="22392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00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 b="1">
                <a:solidFill>
                  <a:schemeClr val="bg1"/>
                </a:solidFill>
              </a:rPr>
              <a:t>5</a:t>
            </a:r>
            <a:endParaRPr sz="1400" b="1">
              <a:solidFill>
                <a:schemeClr val="bg1"/>
              </a:solidFill>
            </a:endParaRPr>
          </a:p>
        </p:txBody>
      </p:sp>
      <p:sp>
        <p:nvSpPr>
          <p:cNvPr id="80" name="타원 79">
            <a:extLst xmlns:a="http://schemas.openxmlformats.org/drawingml/2006/main">
              <a:ext uri="{FF2B5EF4-FFF2-40B4-BE49-F238E27FC236}">
                <a16:creationId xmlns:a16="http://schemas.microsoft.com/office/drawing/2014/main" id="{AD0A111E-2E89-823C-4BF8-84982E008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2133" y="3765660"/>
            <a:ext cx="223926" cy="22392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00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 b="1">
                <a:solidFill>
                  <a:schemeClr val="bg1"/>
                </a:solidFill>
              </a:rPr>
              <a:t>6</a:t>
            </a:r>
            <a:endParaRPr sz="1400" b="1">
              <a:solidFill>
                <a:schemeClr val="bg1"/>
              </a:solidFill>
            </a:endParaRPr>
          </a:p>
        </p:txBody>
      </p:sp>
      <p:sp>
        <p:nvSpPr>
          <p:cNvPr id="81" name="타원 80">
            <a:extLst xmlns:a="http://schemas.openxmlformats.org/drawingml/2006/main">
              <a:ext uri="{FF2B5EF4-FFF2-40B4-BE49-F238E27FC236}">
                <a16:creationId xmlns:a16="http://schemas.microsoft.com/office/drawing/2014/main" id="{DE2695AB-5E1D-BE8B-8B70-8643CA811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4675" y="770983"/>
            <a:ext cx="223926" cy="22392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00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 b="1">
                <a:solidFill>
                  <a:schemeClr val="bg1"/>
                </a:solidFill>
              </a:rPr>
              <a:t>7</a:t>
            </a:r>
            <a:endParaRPr sz="1400" b="1">
              <a:solidFill>
                <a:schemeClr val="bg1"/>
              </a:solidFill>
            </a:endParaRPr>
          </a:p>
        </p:txBody>
      </p:sp>
      <p:sp>
        <p:nvSpPr>
          <p:cNvPr id="82" name="타원 81">
            <a:extLst xmlns:a="http://schemas.openxmlformats.org/drawingml/2006/main">
              <a:ext uri="{FF2B5EF4-FFF2-40B4-BE49-F238E27FC236}">
                <a16:creationId xmlns:a16="http://schemas.microsoft.com/office/drawing/2014/main" id="{5606C5DC-C2DF-743A-FC08-9B4686404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3789" y="3632420"/>
            <a:ext cx="223926" cy="22392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00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 b="1">
                <a:solidFill>
                  <a:schemeClr val="bg1"/>
                </a:solidFill>
              </a:rPr>
              <a:t>8</a:t>
            </a:r>
            <a:endParaRPr sz="1400" b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0962209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직사각형 3">
            <a:extLst xmlns:a="http://schemas.openxmlformats.org/drawingml/2006/main">
              <a:ext uri="{FF2B5EF4-FFF2-40B4-BE49-F238E27FC236}">
                <a16:creationId xmlns:a16="http://schemas.microsoft.com/office/drawing/2014/main" id="{17CCAA0A-5307-48D3-9858-F46440A1D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"/>
            <a:ext cx="2743201" cy="68579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0D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600"/>
          </a:p>
        </p:txBody>
      </p:sp>
      <p:sp>
        <p:nvSpPr>
          <p:cNvPr id="17" name="직사각형 16">
            <a:extLst xmlns:a="http://schemas.openxmlformats.org/drawingml/2006/main">
              <a:ext uri="{FF2B5EF4-FFF2-40B4-BE49-F238E27FC236}">
                <a16:creationId xmlns:a16="http://schemas.microsoft.com/office/drawing/2014/main" id="{F2EE50EF-1C64-4D24-A8FC-FEB31ECAB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5172074"/>
            <a:ext cx="7162799" cy="168592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600"/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17EFCDDE-1130-408D-9BF1-4DAA52C21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0037" y="5412546"/>
            <a:ext cx="1005403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600" b="1"/>
              <a:t>화면설명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0DBB6D9D-7151-48F9-9712-A4D8DDC0A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0036" y="5781724"/>
            <a:ext cx="6687844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200"/>
              <a:t>① 프로필과 정책 조건을 비교해 추천 순위를 표시한다.</a:t>
            </a:r>
          </a:p>
          <a:p xmlns:a="http://schemas.openxmlformats.org/drawingml/2006/main">
            <a:r>
              <a:rPr sz="1200"/>
              <a:t>② 정책마다 추천 이유와 자격 상태를 함께 제공한다.</a:t>
            </a:r>
          </a:p>
          <a:p xmlns:a="http://schemas.openxmlformats.org/drawingml/2006/main">
            <a:r>
              <a:rPr sz="1200"/>
              <a:t>③ 정책을 저장하거나 자격 진단·상세 화면으로 이동한다.</a:t>
            </a:r>
          </a:p>
          <a:p xmlns:a="http://schemas.openxmlformats.org/drawingml/2006/main">
            <a:r>
              <a:rPr sz="1200"/>
              <a:t>④ 프로필 부족 시 필요한 항목을 안내한다.</a:t>
            </a:r>
          </a:p>
        </p:txBody>
      </p:sp>
      <p:sp>
        <p:nvSpPr>
          <p:cNvPr id="2" name="직사각형 1">
            <a:extLst xmlns:a="http://schemas.openxmlformats.org/drawingml/2006/main">
              <a:ext uri="{FF2B5EF4-FFF2-40B4-BE49-F238E27FC236}">
                <a16:creationId xmlns:a16="http://schemas.microsoft.com/office/drawing/2014/main" id="{2C5E6D3A-1F98-A7A1-F76B-3DF2DF7FF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"/>
            <a:ext cx="2743201" cy="685799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6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600"/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684C5B66-E2BA-C71B-F0E8-C823E79C1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86056" y="435384"/>
            <a:ext cx="872355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600" b="1">
                <a:solidFill>
                  <a:schemeClr val="bg1"/>
                </a:solidFill>
              </a:rPr>
              <a:t>화면 </a:t>
            </a:r>
            <a:r>
              <a:rPr sz="1600" b="1">
                <a:solidFill>
                  <a:schemeClr val="bg1"/>
                </a:solidFill>
              </a:rPr>
              <a:t>ID </a:t>
            </a:r>
            <a:endParaRPr sz="1600" b="1">
              <a:solidFill>
                <a:schemeClr val="bg1"/>
              </a:solidFill>
            </a:endParaR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069BD7A6-F08F-9C73-39AB-FF7DE37F1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86056" y="766462"/>
            <a:ext cx="2171089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200">
                <a:solidFill>
                  <a:schemeClr val="bg1"/>
                </a:solidFill>
              </a:rPr>
              <a:t>POLICY_HOME_01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F27DB6E3-593C-2CD3-6CB3-2796D0833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86056" y="1318508"/>
            <a:ext cx="1005403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600" b="1">
                <a:solidFill>
                  <a:schemeClr val="bg1"/>
                </a:solidFill>
              </a:rPr>
              <a:t>화면이름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18537E69-BBEC-9364-0126-0BB4E7ED4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86056" y="1649586"/>
            <a:ext cx="2171089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200">
                <a:solidFill>
                  <a:schemeClr val="bg1"/>
                </a:solidFill>
              </a:rPr>
              <a:t>맞춤 정책 메인</a:t>
            </a:r>
            <a:endParaRPr sz="1200">
              <a:solidFill>
                <a:schemeClr val="bg1"/>
              </a:solidFill>
            </a:endParaRP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FE6A5A0E-6213-1221-0832-D874A4969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86056" y="2386298"/>
            <a:ext cx="1898277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600" b="1">
                <a:solidFill>
                  <a:schemeClr val="bg1"/>
                </a:solidFill>
              </a:rPr>
              <a:t>관련</a:t>
            </a:r>
            <a:r>
              <a:rPr sz="1600" b="1">
                <a:solidFill>
                  <a:schemeClr val="bg1"/>
                </a:solidFill>
              </a:rPr>
              <a:t> </a:t>
            </a:r>
            <a:r>
              <a:rPr sz="1600" b="1">
                <a:solidFill>
                  <a:schemeClr val="bg1"/>
                </a:solidFill>
              </a:rPr>
              <a:t>유스케이스</a:t>
            </a:r>
            <a:r>
              <a:rPr sz="1600" b="1">
                <a:solidFill>
                  <a:schemeClr val="bg1"/>
                </a:solidFill>
              </a:rPr>
              <a:t> </a:t>
            </a:r>
            <a:r>
              <a:rPr sz="1600" b="1">
                <a:solidFill>
                  <a:schemeClr val="bg1"/>
                </a:solidFill>
              </a:rPr>
              <a:t>ID</a:t>
            </a:r>
            <a:endParaRPr sz="1600" b="1">
              <a:solidFill>
                <a:schemeClr val="bg1"/>
              </a:solidFill>
            </a:endParaRP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F61305A1-4EF3-9CC6-66B6-231F2BB6D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86056" y="2717376"/>
            <a:ext cx="2171089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200">
                <a:solidFill>
                  <a:schemeClr val="bg1"/>
                </a:solidFill>
              </a:rPr>
              <a:t>MST_200</a:t>
            </a: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01AD7CA1-2A77-6AF6-AE7A-F3255BAE2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86056" y="5814539"/>
            <a:ext cx="800219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600" b="1">
                <a:solidFill>
                  <a:schemeClr val="bg1"/>
                </a:solidFill>
              </a:rPr>
              <a:t>작성자</a:t>
            </a: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6AB5618F-88F0-F1D6-6CB8-FB97C8241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86056" y="6145617"/>
            <a:ext cx="2171089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200">
                <a:solidFill>
                  <a:schemeClr val="bg1"/>
                </a:solidFill>
              </a:rPr>
              <a:t>민경석 외 3명</a:t>
            </a:r>
            <a:endParaRPr sz="1200">
              <a:solidFill>
                <a:schemeClr val="bg1"/>
              </a:solidFill>
            </a:endParaRPr>
          </a:p>
        </p:txBody>
      </p:sp>
      <p:sp>
        <p:nvSpPr>
          <p:cNvPr id="40" name="TextBox 39">
            <a:extLst xmlns:a="http://schemas.openxmlformats.org/drawingml/2006/main">
              <a:ext uri="{FF2B5EF4-FFF2-40B4-BE49-F238E27FC236}">
                <a16:creationId xmlns:a16="http://schemas.microsoft.com/office/drawing/2014/main" id="{386070AB-656E-35FF-C9DB-75734CAA4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86055" y="3290063"/>
            <a:ext cx="1005403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600" b="1">
                <a:solidFill>
                  <a:schemeClr val="bg1"/>
                </a:solidFill>
              </a:rPr>
              <a:t>화면개요</a:t>
            </a:r>
          </a:p>
        </p:txBody>
      </p:sp>
      <p:sp>
        <p:nvSpPr>
          <p:cNvPr id="41" name="TextBox 40">
            <a:extLst xmlns:a="http://schemas.openxmlformats.org/drawingml/2006/main">
              <a:ext uri="{FF2B5EF4-FFF2-40B4-BE49-F238E27FC236}">
                <a16:creationId xmlns:a16="http://schemas.microsoft.com/office/drawing/2014/main" id="{1D06E145-6BA5-8E97-9DA2-64AAA20B9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86055" y="3621141"/>
            <a:ext cx="2171089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200">
                <a:solidFill>
                  <a:schemeClr val="bg1"/>
                </a:solidFill>
              </a:rPr>
              <a:t>추천 정책과 추천 이유를 우선순위로 확인</a:t>
            </a:r>
            <a:endParaRPr sz="1200">
              <a:solidFill>
                <a:schemeClr val="bg1"/>
              </a:solidFill>
            </a:endParaRPr>
          </a:p>
        </p:txBody>
      </p:sp>
      <p:sp>
        <p:nvSpPr>
          <p:cNvPr id="43" name="TextBox 42">
            <a:extLst xmlns:a="http://schemas.openxmlformats.org/drawingml/2006/main">
              <a:ext uri="{FF2B5EF4-FFF2-40B4-BE49-F238E27FC236}">
                <a16:creationId xmlns:a16="http://schemas.microsoft.com/office/drawing/2014/main" id="{749DC042-DED4-273C-0554-67E51257F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86055" y="4504265"/>
            <a:ext cx="1098173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600" b="1">
                <a:solidFill>
                  <a:schemeClr val="bg1"/>
                </a:solidFill>
              </a:rPr>
              <a:t>메뉴경로</a:t>
            </a:r>
          </a:p>
        </p:txBody>
      </p:sp>
      <p:sp>
        <p:nvSpPr>
          <p:cNvPr id="44" name="TextBox 43">
            <a:extLst xmlns:a="http://schemas.openxmlformats.org/drawingml/2006/main">
              <a:ext uri="{FF2B5EF4-FFF2-40B4-BE49-F238E27FC236}">
                <a16:creationId xmlns:a16="http://schemas.microsoft.com/office/drawing/2014/main" id="{B39A8AB4-D95E-0C4C-97FE-B8E59B4A6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86055" y="4835343"/>
            <a:ext cx="2371420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200">
                <a:solidFill>
                  <a:schemeClr val="bg1"/>
                </a:solidFill>
              </a:rPr>
              <a:t>메인/맞춤 청년정책</a:t>
            </a:r>
            <a:endParaRPr sz="1200">
              <a:solidFill>
                <a:schemeClr val="bg1"/>
              </a:solidFill>
            </a:endParaRPr>
          </a:p>
        </p:txBody>
      </p:sp>
      <p:sp>
        <p:nvSpPr>
          <p:cNvPr id="45" name="TextBox 44">
            <a:extLst xmlns:a="http://schemas.openxmlformats.org/drawingml/2006/main">
              <a:ext uri="{FF2B5EF4-FFF2-40B4-BE49-F238E27FC236}">
                <a16:creationId xmlns:a16="http://schemas.microsoft.com/office/drawing/2014/main" id="{700231D3-C272-556F-D475-C3B3D7F9F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889" y="250718"/>
            <a:ext cx="1107996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맞춤 정책</a:t>
            </a:r>
          </a:p>
        </p:txBody>
      </p:sp>
      <p:sp>
        <p:nvSpPr>
          <p:cNvPr id="46" name="TextBox 45">
            <a:extLst xmlns:a="http://schemas.openxmlformats.org/drawingml/2006/main">
              <a:ext uri="{FF2B5EF4-FFF2-40B4-BE49-F238E27FC236}">
                <a16:creationId xmlns:a16="http://schemas.microsoft.com/office/drawing/2014/main" id="{51D24EE1-E966-FCCA-7F33-B08EE9A22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3220" y="904961"/>
            <a:ext cx="607859" cy="2616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100"/>
              <a:t>정책명</a:t>
            </a:r>
            <a:endParaRPr sz="1100"/>
          </a:p>
        </p:txBody>
      </p:sp>
      <p:sp>
        <p:nvSpPr>
          <p:cNvPr id="47" name="TextBox 46">
            <a:extLst xmlns:a="http://schemas.openxmlformats.org/drawingml/2006/main">
              <a:ext uri="{FF2B5EF4-FFF2-40B4-BE49-F238E27FC236}">
                <a16:creationId xmlns:a16="http://schemas.microsoft.com/office/drawing/2014/main" id="{6A1C0DE8-32F0-0C32-BBBC-A8F6DEA30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3220" y="1472396"/>
            <a:ext cx="748923" cy="2616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100"/>
              <a:t>추천 이유</a:t>
            </a:r>
            <a:endParaRPr sz="1100"/>
          </a:p>
        </p:txBody>
      </p:sp>
      <p:sp>
        <p:nvSpPr>
          <p:cNvPr id="48" name="TextBox 47">
            <a:extLst xmlns:a="http://schemas.openxmlformats.org/drawingml/2006/main">
              <a:ext uri="{FF2B5EF4-FFF2-40B4-BE49-F238E27FC236}">
                <a16:creationId xmlns:a16="http://schemas.microsoft.com/office/drawing/2014/main" id="{886820B5-EED8-FA6D-1FF4-EB009740F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3220" y="2044968"/>
            <a:ext cx="1204176" cy="2616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100"/>
              <a:t>자격 상태</a:t>
            </a:r>
            <a:endParaRPr sz="1100"/>
          </a:p>
        </p:txBody>
      </p:sp>
      <p:sp>
        <p:nvSpPr>
          <p:cNvPr id="49" name="TextBox 48">
            <a:extLst xmlns:a="http://schemas.openxmlformats.org/drawingml/2006/main">
              <a:ext uri="{FF2B5EF4-FFF2-40B4-BE49-F238E27FC236}">
                <a16:creationId xmlns:a16="http://schemas.microsoft.com/office/drawing/2014/main" id="{F7E5617A-7BA6-A6F6-EB41-8CD2E55EA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3220" y="2613063"/>
            <a:ext cx="466794" cy="2616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100"/>
              <a:t>신청 기간</a:t>
            </a:r>
            <a:endParaRPr sz="1100"/>
          </a:p>
        </p:txBody>
      </p:sp>
      <p:sp>
        <p:nvSpPr>
          <p:cNvPr id="51" name="TextBox 50">
            <a:extLst xmlns:a="http://schemas.openxmlformats.org/drawingml/2006/main">
              <a:ext uri="{FF2B5EF4-FFF2-40B4-BE49-F238E27FC236}">
                <a16:creationId xmlns:a16="http://schemas.microsoft.com/office/drawing/2014/main" id="{719536E6-D7B4-EE78-8F65-370E1ECC5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3220" y="3181158"/>
            <a:ext cx="922047" cy="2616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100"/>
              <a:t>지원 분야</a:t>
            </a:r>
          </a:p>
        </p:txBody>
      </p:sp>
      <p:sp>
        <p:nvSpPr>
          <p:cNvPr id="52" name="TextBox 51">
            <a:extLst xmlns:a="http://schemas.openxmlformats.org/drawingml/2006/main">
              <a:ext uri="{FF2B5EF4-FFF2-40B4-BE49-F238E27FC236}">
                <a16:creationId xmlns:a16="http://schemas.microsoft.com/office/drawing/2014/main" id="{04BEE536-713E-8D0F-2913-513A6F9F2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3220" y="3749253"/>
            <a:ext cx="607859" cy="2616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100"/>
              <a:t>관심 저장</a:t>
            </a:r>
            <a:endParaRPr sz="1100"/>
          </a:p>
        </p:txBody>
      </p:sp>
      <p:sp>
        <p:nvSpPr>
          <p:cNvPr id="53" name="사각형: 둥근 모서리 52">
            <a:extLst xmlns:a="http://schemas.openxmlformats.org/drawingml/2006/main">
              <a:ext uri="{FF2B5EF4-FFF2-40B4-BE49-F238E27FC236}">
                <a16:creationId xmlns:a16="http://schemas.microsoft.com/office/drawing/2014/main" id="{4BF1CDD4-32B6-1D50-E144-A39B7F222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4693" y="4289272"/>
            <a:ext cx="1667205" cy="28559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bg2">
              <a:lumMod val="5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/>
              <a:t>자격 진단</a:t>
            </a:r>
          </a:p>
        </p:txBody>
      </p:sp>
      <p:sp>
        <p:nvSpPr>
          <p:cNvPr id="54" name="직사각형 53">
            <a:extLst xmlns:a="http://schemas.openxmlformats.org/drawingml/2006/main">
              <a:ext uri="{FF2B5EF4-FFF2-40B4-BE49-F238E27FC236}">
                <a16:creationId xmlns:a16="http://schemas.microsoft.com/office/drawing/2014/main" id="{583B3065-042D-0EE4-1E6E-BC38A0991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4694" y="904961"/>
            <a:ext cx="1685925" cy="2616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청년 주거 지원</a:t>
            </a:r>
            <a:endParaRPr sz="1100">
              <a:solidFill>
                <a:schemeClr val="tx1"/>
              </a:solidFill>
            </a:endParaRPr>
          </a:p>
        </p:txBody>
      </p:sp>
      <p:sp>
        <p:nvSpPr>
          <p:cNvPr id="55" name="직사각형 54">
            <a:extLst xmlns:a="http://schemas.openxmlformats.org/drawingml/2006/main">
              <a:ext uri="{FF2B5EF4-FFF2-40B4-BE49-F238E27FC236}">
                <a16:creationId xmlns:a16="http://schemas.microsoft.com/office/drawing/2014/main" id="{07B62099-26D6-E4EB-0BAB-0832BFFAA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4694" y="1472396"/>
            <a:ext cx="1685925" cy="2616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목포·연령 조건 일치</a:t>
            </a:r>
            <a:endParaRPr sz="1100">
              <a:solidFill>
                <a:schemeClr val="tx1"/>
              </a:solidFill>
            </a:endParaRPr>
          </a:p>
        </p:txBody>
      </p:sp>
      <p:sp>
        <p:nvSpPr>
          <p:cNvPr id="56" name="직사각형 55">
            <a:extLst xmlns:a="http://schemas.openxmlformats.org/drawingml/2006/main">
              <a:ext uri="{FF2B5EF4-FFF2-40B4-BE49-F238E27FC236}">
                <a16:creationId xmlns:a16="http://schemas.microsoft.com/office/drawing/2014/main" id="{1FB9194B-FAF4-FF1A-B2D3-ACA1B5EBE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5974" y="2039831"/>
            <a:ext cx="1685925" cy="2616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신청 가능</a:t>
            </a:r>
            <a:endParaRPr sz="1100">
              <a:solidFill>
                <a:schemeClr val="tx1"/>
              </a:solidFill>
            </a:endParaRPr>
          </a:p>
        </p:txBody>
      </p:sp>
      <p:sp>
        <p:nvSpPr>
          <p:cNvPr id="57" name="직사각형 56">
            <a:extLst xmlns:a="http://schemas.openxmlformats.org/drawingml/2006/main">
              <a:ext uri="{FF2B5EF4-FFF2-40B4-BE49-F238E27FC236}">
                <a16:creationId xmlns:a16="http://schemas.microsoft.com/office/drawing/2014/main" id="{B66F31FB-12D1-FA23-0250-609C7B2F9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5974" y="2613063"/>
            <a:ext cx="1685925" cy="2616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마감 D-12</a:t>
            </a:r>
          </a:p>
        </p:txBody>
      </p:sp>
      <p:sp>
        <p:nvSpPr>
          <p:cNvPr id="58" name="직사각형 57">
            <a:extLst xmlns:a="http://schemas.openxmlformats.org/drawingml/2006/main">
              <a:ext uri="{FF2B5EF4-FFF2-40B4-BE49-F238E27FC236}">
                <a16:creationId xmlns:a16="http://schemas.microsoft.com/office/drawing/2014/main" id="{0EF75571-6533-12E2-3ADF-E488BF69A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5974" y="3153641"/>
            <a:ext cx="1685925" cy="2616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주거·금융</a:t>
            </a:r>
            <a:endParaRPr sz="1100">
              <a:solidFill>
                <a:schemeClr val="tx1"/>
              </a:solidFill>
            </a:endParaRPr>
          </a:p>
        </p:txBody>
      </p:sp>
      <p:sp>
        <p:nvSpPr>
          <p:cNvPr id="59" name="직사각형 58">
            <a:extLst xmlns:a="http://schemas.openxmlformats.org/drawingml/2006/main">
              <a:ext uri="{FF2B5EF4-FFF2-40B4-BE49-F238E27FC236}">
                <a16:creationId xmlns:a16="http://schemas.microsoft.com/office/drawing/2014/main" id="{F2E6E33B-9BBD-DF40-3028-46AC182F7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5974" y="3746818"/>
            <a:ext cx="919601" cy="2616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위시리스트 저장</a:t>
            </a:r>
            <a:endParaRPr sz="1100">
              <a:solidFill>
                <a:schemeClr val="tx1"/>
              </a:solidFill>
            </a:endParaRPr>
          </a:p>
        </p:txBody>
      </p:sp>
      <p:sp>
        <p:nvSpPr>
          <p:cNvPr id="60" name="사각형: 둥근 모서리 59">
            <a:extLst xmlns:a="http://schemas.openxmlformats.org/drawingml/2006/main">
              <a:ext uri="{FF2B5EF4-FFF2-40B4-BE49-F238E27FC236}">
                <a16:creationId xmlns:a16="http://schemas.microsoft.com/office/drawing/2014/main" id="{E1CE4F41-90FD-4E55-05A0-85946499D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2069" y="904961"/>
            <a:ext cx="938981" cy="26161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bg2">
              <a:lumMod val="5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/>
              <a:t>조건 수정</a:t>
            </a:r>
          </a:p>
        </p:txBody>
      </p:sp>
      <p:sp>
        <p:nvSpPr>
          <p:cNvPr id="61" name="직사각형 60">
            <a:extLst xmlns:a="http://schemas.openxmlformats.org/drawingml/2006/main">
              <a:ext uri="{FF2B5EF4-FFF2-40B4-BE49-F238E27FC236}">
                <a16:creationId xmlns:a16="http://schemas.microsoft.com/office/drawing/2014/main" id="{05CCDA59-ADE6-9A40-054D-9484DC61F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5752" y="3746818"/>
            <a:ext cx="919601" cy="2616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rPr sz="1100">
                <a:solidFill>
                  <a:schemeClr val="tx1"/>
                </a:solidFill>
              </a:rPr>
              <a:t>AI 상담</a:t>
            </a:r>
            <a:endParaRPr sz="1100">
              <a:solidFill>
                <a:schemeClr val="tx1"/>
              </a:solidFill>
            </a:endParaRPr>
          </a:p>
        </p:txBody>
      </p:sp>
      <p:sp>
        <p:nvSpPr>
          <p:cNvPr id="62" name="TextBox 61">
            <a:extLst xmlns:a="http://schemas.openxmlformats.org/drawingml/2006/main">
              <a:ext uri="{FF2B5EF4-FFF2-40B4-BE49-F238E27FC236}">
                <a16:creationId xmlns:a16="http://schemas.microsoft.com/office/drawing/2014/main" id="{2BBED598-0BBD-1792-671F-A447ED637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4448" y="3749253"/>
            <a:ext cx="311304" cy="2616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defRPr sz="75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75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이동</a:t>
            </a:r>
            <a:endParaRPr sz="1100"/>
          </a:p>
        </p:txBody>
      </p:sp>
      <p:sp>
        <p:nvSpPr>
          <p:cNvPr id="75" name="타원 74">
            <a:extLst xmlns:a="http://schemas.openxmlformats.org/drawingml/2006/main">
              <a:ext uri="{FF2B5EF4-FFF2-40B4-BE49-F238E27FC236}">
                <a16:creationId xmlns:a16="http://schemas.microsoft.com/office/drawing/2014/main" id="{51A9C48F-1769-1064-5EBA-CD6BA5BDC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2133" y="904961"/>
            <a:ext cx="223926" cy="22392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00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 b="1">
                <a:solidFill>
                  <a:schemeClr val="bg1"/>
                </a:solidFill>
              </a:rPr>
              <a:t>1</a:t>
            </a:r>
            <a:endParaRPr sz="1400" b="1">
              <a:solidFill>
                <a:schemeClr val="bg1"/>
              </a:solidFill>
            </a:endParaRPr>
          </a:p>
        </p:txBody>
      </p:sp>
      <p:sp>
        <p:nvSpPr>
          <p:cNvPr id="76" name="타원 75">
            <a:extLst xmlns:a="http://schemas.openxmlformats.org/drawingml/2006/main">
              <a:ext uri="{FF2B5EF4-FFF2-40B4-BE49-F238E27FC236}">
                <a16:creationId xmlns:a16="http://schemas.microsoft.com/office/drawing/2014/main" id="{9EB34DAE-9E09-5449-D298-566C8F2A1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2133" y="1478790"/>
            <a:ext cx="223926" cy="22392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00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 b="1">
                <a:solidFill>
                  <a:schemeClr val="bg1"/>
                </a:solidFill>
              </a:rPr>
              <a:t>2</a:t>
            </a:r>
            <a:endParaRPr sz="1400" b="1">
              <a:solidFill>
                <a:schemeClr val="bg1"/>
              </a:solidFill>
            </a:endParaRPr>
          </a:p>
        </p:txBody>
      </p:sp>
      <p:sp>
        <p:nvSpPr>
          <p:cNvPr id="77" name="타원 76">
            <a:extLst xmlns:a="http://schemas.openxmlformats.org/drawingml/2006/main">
              <a:ext uri="{FF2B5EF4-FFF2-40B4-BE49-F238E27FC236}">
                <a16:creationId xmlns:a16="http://schemas.microsoft.com/office/drawing/2014/main" id="{3C82D986-219B-F00F-B5DB-B888ECE89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2133" y="2052619"/>
            <a:ext cx="223926" cy="22392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00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 b="1">
                <a:solidFill>
                  <a:schemeClr val="bg1"/>
                </a:solidFill>
              </a:rPr>
              <a:t>3</a:t>
            </a:r>
            <a:endParaRPr sz="1400" b="1">
              <a:solidFill>
                <a:schemeClr val="bg1"/>
              </a:solidFill>
            </a:endParaRPr>
          </a:p>
        </p:txBody>
      </p:sp>
      <p:sp>
        <p:nvSpPr>
          <p:cNvPr id="78" name="타원 77">
            <a:extLst xmlns:a="http://schemas.openxmlformats.org/drawingml/2006/main">
              <a:ext uri="{FF2B5EF4-FFF2-40B4-BE49-F238E27FC236}">
                <a16:creationId xmlns:a16="http://schemas.microsoft.com/office/drawing/2014/main" id="{109FCB3F-C0C2-A1BF-8CAA-276738E17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2133" y="2656481"/>
            <a:ext cx="223926" cy="22886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00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 b="1">
                <a:solidFill>
                  <a:schemeClr val="bg1"/>
                </a:solidFill>
              </a:rPr>
              <a:t>4</a:t>
            </a:r>
            <a:endParaRPr sz="1400" b="1">
              <a:solidFill>
                <a:schemeClr val="bg1"/>
              </a:solidFill>
            </a:endParaRPr>
          </a:p>
        </p:txBody>
      </p:sp>
      <p:sp>
        <p:nvSpPr>
          <p:cNvPr id="79" name="타원 78">
            <a:extLst xmlns:a="http://schemas.openxmlformats.org/drawingml/2006/main">
              <a:ext uri="{FF2B5EF4-FFF2-40B4-BE49-F238E27FC236}">
                <a16:creationId xmlns:a16="http://schemas.microsoft.com/office/drawing/2014/main" id="{B4DA0951-D500-5B57-5ACD-201E64F0A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2133" y="3172483"/>
            <a:ext cx="223926" cy="22392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00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 b="1">
                <a:solidFill>
                  <a:schemeClr val="bg1"/>
                </a:solidFill>
              </a:rPr>
              <a:t>5</a:t>
            </a:r>
            <a:endParaRPr sz="1400" b="1">
              <a:solidFill>
                <a:schemeClr val="bg1"/>
              </a:solidFill>
            </a:endParaRPr>
          </a:p>
        </p:txBody>
      </p:sp>
      <p:sp>
        <p:nvSpPr>
          <p:cNvPr id="80" name="타원 79">
            <a:extLst xmlns:a="http://schemas.openxmlformats.org/drawingml/2006/main">
              <a:ext uri="{FF2B5EF4-FFF2-40B4-BE49-F238E27FC236}">
                <a16:creationId xmlns:a16="http://schemas.microsoft.com/office/drawing/2014/main" id="{AD0A111E-2E89-823C-4BF8-84982E008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2133" y="3765660"/>
            <a:ext cx="223926" cy="22392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00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 b="1">
                <a:solidFill>
                  <a:schemeClr val="bg1"/>
                </a:solidFill>
              </a:rPr>
              <a:t>6</a:t>
            </a:r>
            <a:endParaRPr sz="1400" b="1">
              <a:solidFill>
                <a:schemeClr val="bg1"/>
              </a:solidFill>
            </a:endParaRPr>
          </a:p>
        </p:txBody>
      </p:sp>
      <p:sp>
        <p:nvSpPr>
          <p:cNvPr id="81" name="타원 80">
            <a:extLst xmlns:a="http://schemas.openxmlformats.org/drawingml/2006/main">
              <a:ext uri="{FF2B5EF4-FFF2-40B4-BE49-F238E27FC236}">
                <a16:creationId xmlns:a16="http://schemas.microsoft.com/office/drawing/2014/main" id="{DE2695AB-5E1D-BE8B-8B70-8643CA811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4675" y="770983"/>
            <a:ext cx="223926" cy="22392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00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 b="1">
                <a:solidFill>
                  <a:schemeClr val="bg1"/>
                </a:solidFill>
              </a:rPr>
              <a:t>7</a:t>
            </a:r>
            <a:endParaRPr sz="1400" b="1">
              <a:solidFill>
                <a:schemeClr val="bg1"/>
              </a:solidFill>
            </a:endParaRPr>
          </a:p>
        </p:txBody>
      </p:sp>
      <p:sp>
        <p:nvSpPr>
          <p:cNvPr id="82" name="타원 81">
            <a:extLst xmlns:a="http://schemas.openxmlformats.org/drawingml/2006/main">
              <a:ext uri="{FF2B5EF4-FFF2-40B4-BE49-F238E27FC236}">
                <a16:creationId xmlns:a16="http://schemas.microsoft.com/office/drawing/2014/main" id="{5606C5DC-C2DF-743A-FC08-9B4686404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3789" y="3632420"/>
            <a:ext cx="223926" cy="22392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00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 b="1">
                <a:solidFill>
                  <a:schemeClr val="bg1"/>
                </a:solidFill>
              </a:rPr>
              <a:t>8</a:t>
            </a:r>
            <a:endParaRPr sz="1400" b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0962209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직사각형 3">
            <a:extLst xmlns:a="http://schemas.openxmlformats.org/drawingml/2006/main">
              <a:ext uri="{FF2B5EF4-FFF2-40B4-BE49-F238E27FC236}">
                <a16:creationId xmlns:a16="http://schemas.microsoft.com/office/drawing/2014/main" id="{17CCAA0A-5307-48D3-9858-F46440A1D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"/>
            <a:ext cx="2743201" cy="68579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0D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600"/>
          </a:p>
        </p:txBody>
      </p:sp>
      <p:sp>
        <p:nvSpPr>
          <p:cNvPr id="17" name="직사각형 16">
            <a:extLst xmlns:a="http://schemas.openxmlformats.org/drawingml/2006/main">
              <a:ext uri="{FF2B5EF4-FFF2-40B4-BE49-F238E27FC236}">
                <a16:creationId xmlns:a16="http://schemas.microsoft.com/office/drawing/2014/main" id="{F2EE50EF-1C64-4D24-A8FC-FEB31ECAB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5172074"/>
            <a:ext cx="7162799" cy="168592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600"/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17EFCDDE-1130-408D-9BF1-4DAA52C21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0037" y="5412546"/>
            <a:ext cx="1005403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600" b="1"/>
              <a:t>화면설명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0DBB6D9D-7151-48F9-9712-A4D8DDC0A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0036" y="5781724"/>
            <a:ext cx="6687844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200"/>
              <a:t>① 검색어와 지역·분야·상태 필터를 조합한다.</a:t>
            </a:r>
          </a:p>
          <a:p xmlns:a="http://schemas.openxmlformats.org/drawingml/2006/main">
            <a:r>
              <a:rPr sz="1200"/>
              <a:t>② 조건에 맞는 정책 목록과 모집 상태를 표시한다.</a:t>
            </a:r>
          </a:p>
          <a:p xmlns:a="http://schemas.openxmlformats.org/drawingml/2006/main">
            <a:r>
              <a:rPr sz="1200"/>
              <a:t>③ 결과가 없으면 조건 완화와 AI 상담을 안내한다.</a:t>
            </a:r>
          </a:p>
          <a:p xmlns:a="http://schemas.openxmlformats.org/drawingml/2006/main">
            <a:r>
              <a:rPr sz="1200"/>
              <a:t>④ 항목 선택 시 정책 상세 화면으로 이동한다.</a:t>
            </a:r>
          </a:p>
        </p:txBody>
      </p:sp>
      <p:sp>
        <p:nvSpPr>
          <p:cNvPr id="2" name="직사각형 1">
            <a:extLst xmlns:a="http://schemas.openxmlformats.org/drawingml/2006/main">
              <a:ext uri="{FF2B5EF4-FFF2-40B4-BE49-F238E27FC236}">
                <a16:creationId xmlns:a16="http://schemas.microsoft.com/office/drawing/2014/main" id="{2C5E6D3A-1F98-A7A1-F76B-3DF2DF7FF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"/>
            <a:ext cx="2743201" cy="685799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6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600"/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684C5B66-E2BA-C71B-F0E8-C823E79C1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86056" y="435384"/>
            <a:ext cx="872355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600" b="1">
                <a:solidFill>
                  <a:schemeClr val="bg1"/>
                </a:solidFill>
              </a:rPr>
              <a:t>화면 </a:t>
            </a:r>
            <a:r>
              <a:rPr sz="1600" b="1">
                <a:solidFill>
                  <a:schemeClr val="bg1"/>
                </a:solidFill>
              </a:rPr>
              <a:t>ID </a:t>
            </a:r>
            <a:endParaRPr sz="1600" b="1">
              <a:solidFill>
                <a:schemeClr val="bg1"/>
              </a:solidFill>
            </a:endParaR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069BD7A6-F08F-9C73-39AB-FF7DE37F1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86056" y="766462"/>
            <a:ext cx="2171089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200">
                <a:solidFill>
                  <a:schemeClr val="bg1"/>
                </a:solidFill>
              </a:rPr>
              <a:t>POLICY_SEARCH_01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F27DB6E3-593C-2CD3-6CB3-2796D0833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86056" y="1318508"/>
            <a:ext cx="1005403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600" b="1">
                <a:solidFill>
                  <a:schemeClr val="bg1"/>
                </a:solidFill>
              </a:rPr>
              <a:t>화면이름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18537E69-BBEC-9364-0126-0BB4E7ED4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86056" y="1649586"/>
            <a:ext cx="2171089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200">
                <a:solidFill>
                  <a:schemeClr val="bg1"/>
                </a:solidFill>
              </a:rPr>
              <a:t>정책 검색</a:t>
            </a:r>
            <a:endParaRPr sz="1200">
              <a:solidFill>
                <a:schemeClr val="bg1"/>
              </a:solidFill>
            </a:endParaRP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FE6A5A0E-6213-1221-0832-D874A4969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86056" y="2386298"/>
            <a:ext cx="1898277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600" b="1">
                <a:solidFill>
                  <a:schemeClr val="bg1"/>
                </a:solidFill>
              </a:rPr>
              <a:t>관련</a:t>
            </a:r>
            <a:r>
              <a:rPr sz="1600" b="1">
                <a:solidFill>
                  <a:schemeClr val="bg1"/>
                </a:solidFill>
              </a:rPr>
              <a:t> </a:t>
            </a:r>
            <a:r>
              <a:rPr sz="1600" b="1">
                <a:solidFill>
                  <a:schemeClr val="bg1"/>
                </a:solidFill>
              </a:rPr>
              <a:t>유스케이스</a:t>
            </a:r>
            <a:r>
              <a:rPr sz="1600" b="1">
                <a:solidFill>
                  <a:schemeClr val="bg1"/>
                </a:solidFill>
              </a:rPr>
              <a:t> </a:t>
            </a:r>
            <a:r>
              <a:rPr sz="1600" b="1">
                <a:solidFill>
                  <a:schemeClr val="bg1"/>
                </a:solidFill>
              </a:rPr>
              <a:t>ID</a:t>
            </a:r>
            <a:endParaRPr sz="1600" b="1">
              <a:solidFill>
                <a:schemeClr val="bg1"/>
              </a:solidFill>
            </a:endParaRP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F61305A1-4EF3-9CC6-66B6-231F2BB6D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86056" y="2717376"/>
            <a:ext cx="2171089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200">
                <a:solidFill>
                  <a:schemeClr val="bg1"/>
                </a:solidFill>
              </a:rPr>
              <a:t>MST_500</a:t>
            </a: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01AD7CA1-2A77-6AF6-AE7A-F3255BAE2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86056" y="5814539"/>
            <a:ext cx="800219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600" b="1">
                <a:solidFill>
                  <a:schemeClr val="bg1"/>
                </a:solidFill>
              </a:rPr>
              <a:t>작성자</a:t>
            </a: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6AB5618F-88F0-F1D6-6CB8-FB97C8241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86056" y="6145617"/>
            <a:ext cx="2171089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200">
                <a:solidFill>
                  <a:schemeClr val="bg1"/>
                </a:solidFill>
              </a:rPr>
              <a:t>민경석 외 3명</a:t>
            </a:r>
            <a:endParaRPr sz="1200">
              <a:solidFill>
                <a:schemeClr val="bg1"/>
              </a:solidFill>
            </a:endParaRPr>
          </a:p>
        </p:txBody>
      </p:sp>
      <p:sp>
        <p:nvSpPr>
          <p:cNvPr id="40" name="TextBox 39">
            <a:extLst xmlns:a="http://schemas.openxmlformats.org/drawingml/2006/main">
              <a:ext uri="{FF2B5EF4-FFF2-40B4-BE49-F238E27FC236}">
                <a16:creationId xmlns:a16="http://schemas.microsoft.com/office/drawing/2014/main" id="{386070AB-656E-35FF-C9DB-75734CAA4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86055" y="3290063"/>
            <a:ext cx="1005403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600" b="1">
                <a:solidFill>
                  <a:schemeClr val="bg1"/>
                </a:solidFill>
              </a:rPr>
              <a:t>화면개요</a:t>
            </a:r>
          </a:p>
        </p:txBody>
      </p:sp>
      <p:sp>
        <p:nvSpPr>
          <p:cNvPr id="41" name="TextBox 40">
            <a:extLst xmlns:a="http://schemas.openxmlformats.org/drawingml/2006/main">
              <a:ext uri="{FF2B5EF4-FFF2-40B4-BE49-F238E27FC236}">
                <a16:creationId xmlns:a16="http://schemas.microsoft.com/office/drawing/2014/main" id="{1D06E145-6BA5-8E97-9DA2-64AAA20B9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86055" y="3621141"/>
            <a:ext cx="2171089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200">
                <a:solidFill>
                  <a:schemeClr val="bg1"/>
                </a:solidFill>
              </a:rPr>
              <a:t>키워드와 조건으로 정책 목록을 탐색</a:t>
            </a:r>
            <a:endParaRPr sz="1200">
              <a:solidFill>
                <a:schemeClr val="bg1"/>
              </a:solidFill>
            </a:endParaRPr>
          </a:p>
        </p:txBody>
      </p:sp>
      <p:sp>
        <p:nvSpPr>
          <p:cNvPr id="43" name="TextBox 42">
            <a:extLst xmlns:a="http://schemas.openxmlformats.org/drawingml/2006/main">
              <a:ext uri="{FF2B5EF4-FFF2-40B4-BE49-F238E27FC236}">
                <a16:creationId xmlns:a16="http://schemas.microsoft.com/office/drawing/2014/main" id="{749DC042-DED4-273C-0554-67E51257F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86055" y="4504265"/>
            <a:ext cx="1098173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600" b="1">
                <a:solidFill>
                  <a:schemeClr val="bg1"/>
                </a:solidFill>
              </a:rPr>
              <a:t>메뉴경로</a:t>
            </a:r>
          </a:p>
        </p:txBody>
      </p:sp>
      <p:sp>
        <p:nvSpPr>
          <p:cNvPr id="44" name="TextBox 43">
            <a:extLst xmlns:a="http://schemas.openxmlformats.org/drawingml/2006/main">
              <a:ext uri="{FF2B5EF4-FFF2-40B4-BE49-F238E27FC236}">
                <a16:creationId xmlns:a16="http://schemas.microsoft.com/office/drawing/2014/main" id="{B39A8AB4-D95E-0C4C-97FE-B8E59B4A6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86055" y="4835343"/>
            <a:ext cx="2371420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200">
                <a:solidFill>
                  <a:schemeClr val="bg1"/>
                </a:solidFill>
              </a:rPr>
              <a:t>메인/정책 검색</a:t>
            </a:r>
            <a:endParaRPr sz="1200">
              <a:solidFill>
                <a:schemeClr val="bg1"/>
              </a:solidFill>
            </a:endParaRPr>
          </a:p>
        </p:txBody>
      </p:sp>
      <p:sp>
        <p:nvSpPr>
          <p:cNvPr id="45" name="TextBox 44">
            <a:extLst xmlns:a="http://schemas.openxmlformats.org/drawingml/2006/main">
              <a:ext uri="{FF2B5EF4-FFF2-40B4-BE49-F238E27FC236}">
                <a16:creationId xmlns:a16="http://schemas.microsoft.com/office/drawing/2014/main" id="{700231D3-C272-556F-D475-C3B3D7F9F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889" y="250718"/>
            <a:ext cx="1107996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정책 검색</a:t>
            </a:r>
          </a:p>
        </p:txBody>
      </p:sp>
      <p:sp>
        <p:nvSpPr>
          <p:cNvPr id="46" name="TextBox 45">
            <a:extLst xmlns:a="http://schemas.openxmlformats.org/drawingml/2006/main">
              <a:ext uri="{FF2B5EF4-FFF2-40B4-BE49-F238E27FC236}">
                <a16:creationId xmlns:a16="http://schemas.microsoft.com/office/drawing/2014/main" id="{51D24EE1-E966-FCCA-7F33-B08EE9A22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3220" y="904961"/>
            <a:ext cx="607859" cy="2616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100"/>
              <a:t>검색어</a:t>
            </a:r>
            <a:endParaRPr sz="1100"/>
          </a:p>
        </p:txBody>
      </p:sp>
      <p:sp>
        <p:nvSpPr>
          <p:cNvPr id="47" name="TextBox 46">
            <a:extLst xmlns:a="http://schemas.openxmlformats.org/drawingml/2006/main">
              <a:ext uri="{FF2B5EF4-FFF2-40B4-BE49-F238E27FC236}">
                <a16:creationId xmlns:a16="http://schemas.microsoft.com/office/drawing/2014/main" id="{6A1C0DE8-32F0-0C32-BBBC-A8F6DEA30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3220" y="1472396"/>
            <a:ext cx="748923" cy="2616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100"/>
              <a:t>지역</a:t>
            </a:r>
            <a:endParaRPr sz="1100"/>
          </a:p>
        </p:txBody>
      </p:sp>
      <p:sp>
        <p:nvSpPr>
          <p:cNvPr id="48" name="TextBox 47">
            <a:extLst xmlns:a="http://schemas.openxmlformats.org/drawingml/2006/main">
              <a:ext uri="{FF2B5EF4-FFF2-40B4-BE49-F238E27FC236}">
                <a16:creationId xmlns:a16="http://schemas.microsoft.com/office/drawing/2014/main" id="{886820B5-EED8-FA6D-1FF4-EB009740F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3220" y="2044968"/>
            <a:ext cx="1204176" cy="2616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100"/>
              <a:t>정책 분야</a:t>
            </a:r>
            <a:endParaRPr sz="1100"/>
          </a:p>
        </p:txBody>
      </p:sp>
      <p:sp>
        <p:nvSpPr>
          <p:cNvPr id="49" name="TextBox 48">
            <a:extLst xmlns:a="http://schemas.openxmlformats.org/drawingml/2006/main">
              <a:ext uri="{FF2B5EF4-FFF2-40B4-BE49-F238E27FC236}">
                <a16:creationId xmlns:a16="http://schemas.microsoft.com/office/drawing/2014/main" id="{F7E5617A-7BA6-A6F6-EB41-8CD2E55EA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3220" y="2613063"/>
            <a:ext cx="466794" cy="2616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100"/>
              <a:t>취업 상태</a:t>
            </a:r>
            <a:endParaRPr sz="1100"/>
          </a:p>
        </p:txBody>
      </p:sp>
      <p:sp>
        <p:nvSpPr>
          <p:cNvPr id="51" name="TextBox 50">
            <a:extLst xmlns:a="http://schemas.openxmlformats.org/drawingml/2006/main">
              <a:ext uri="{FF2B5EF4-FFF2-40B4-BE49-F238E27FC236}">
                <a16:creationId xmlns:a16="http://schemas.microsoft.com/office/drawing/2014/main" id="{719536E6-D7B4-EE78-8F65-370E1ECC5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3220" y="3181158"/>
            <a:ext cx="922047" cy="2616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100"/>
              <a:t>모집 상태</a:t>
            </a:r>
          </a:p>
        </p:txBody>
      </p:sp>
      <p:sp>
        <p:nvSpPr>
          <p:cNvPr id="52" name="TextBox 51">
            <a:extLst xmlns:a="http://schemas.openxmlformats.org/drawingml/2006/main">
              <a:ext uri="{FF2B5EF4-FFF2-40B4-BE49-F238E27FC236}">
                <a16:creationId xmlns:a16="http://schemas.microsoft.com/office/drawing/2014/main" id="{04BEE536-713E-8D0F-2913-513A6F9F2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3220" y="3749253"/>
            <a:ext cx="607859" cy="2616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100"/>
              <a:t>정렬 기준</a:t>
            </a:r>
            <a:endParaRPr sz="1100"/>
          </a:p>
        </p:txBody>
      </p:sp>
      <p:sp>
        <p:nvSpPr>
          <p:cNvPr id="53" name="사각형: 둥근 모서리 52">
            <a:extLst xmlns:a="http://schemas.openxmlformats.org/drawingml/2006/main">
              <a:ext uri="{FF2B5EF4-FFF2-40B4-BE49-F238E27FC236}">
                <a16:creationId xmlns:a16="http://schemas.microsoft.com/office/drawing/2014/main" id="{4BF1CDD4-32B6-1D50-E144-A39B7F222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4693" y="4289272"/>
            <a:ext cx="1667205" cy="28559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bg2">
              <a:lumMod val="5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/>
              <a:t>검색</a:t>
            </a:r>
          </a:p>
        </p:txBody>
      </p:sp>
      <p:sp>
        <p:nvSpPr>
          <p:cNvPr id="54" name="직사각형 53">
            <a:extLst xmlns:a="http://schemas.openxmlformats.org/drawingml/2006/main">
              <a:ext uri="{FF2B5EF4-FFF2-40B4-BE49-F238E27FC236}">
                <a16:creationId xmlns:a16="http://schemas.microsoft.com/office/drawing/2014/main" id="{583B3065-042D-0EE4-1E6E-BC38A0991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4694" y="904961"/>
            <a:ext cx="1685925" cy="2616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정책명·키워드</a:t>
            </a:r>
            <a:endParaRPr sz="1100">
              <a:solidFill>
                <a:schemeClr val="tx1"/>
              </a:solidFill>
            </a:endParaRPr>
          </a:p>
        </p:txBody>
      </p:sp>
      <p:sp>
        <p:nvSpPr>
          <p:cNvPr id="55" name="직사각형 54">
            <a:extLst xmlns:a="http://schemas.openxmlformats.org/drawingml/2006/main">
              <a:ext uri="{FF2B5EF4-FFF2-40B4-BE49-F238E27FC236}">
                <a16:creationId xmlns:a16="http://schemas.microsoft.com/office/drawing/2014/main" id="{07B62099-26D6-E4EB-0BAB-0832BFFAA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4694" y="1472396"/>
            <a:ext cx="1685925" cy="2616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목포/전남/전국</a:t>
            </a:r>
            <a:endParaRPr sz="1100">
              <a:solidFill>
                <a:schemeClr val="tx1"/>
              </a:solidFill>
            </a:endParaRPr>
          </a:p>
        </p:txBody>
      </p:sp>
      <p:sp>
        <p:nvSpPr>
          <p:cNvPr id="56" name="직사각형 55">
            <a:extLst xmlns:a="http://schemas.openxmlformats.org/drawingml/2006/main">
              <a:ext uri="{FF2B5EF4-FFF2-40B4-BE49-F238E27FC236}">
                <a16:creationId xmlns:a16="http://schemas.microsoft.com/office/drawing/2014/main" id="{1FB9194B-FAF4-FF1A-B2D3-ACA1B5EBE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5974" y="2039831"/>
            <a:ext cx="1685925" cy="2616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일자리·주거 외</a:t>
            </a:r>
            <a:endParaRPr sz="1100">
              <a:solidFill>
                <a:schemeClr val="tx1"/>
              </a:solidFill>
            </a:endParaRPr>
          </a:p>
        </p:txBody>
      </p:sp>
      <p:sp>
        <p:nvSpPr>
          <p:cNvPr id="57" name="직사각형 56">
            <a:extLst xmlns:a="http://schemas.openxmlformats.org/drawingml/2006/main">
              <a:ext uri="{FF2B5EF4-FFF2-40B4-BE49-F238E27FC236}">
                <a16:creationId xmlns:a16="http://schemas.microsoft.com/office/drawing/2014/main" id="{B66F31FB-12D1-FA23-0250-609C7B2F9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5974" y="2613063"/>
            <a:ext cx="1685925" cy="2616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전체</a:t>
            </a:r>
          </a:p>
        </p:txBody>
      </p:sp>
      <p:sp>
        <p:nvSpPr>
          <p:cNvPr id="58" name="직사각형 57">
            <a:extLst xmlns:a="http://schemas.openxmlformats.org/drawingml/2006/main">
              <a:ext uri="{FF2B5EF4-FFF2-40B4-BE49-F238E27FC236}">
                <a16:creationId xmlns:a16="http://schemas.microsoft.com/office/drawing/2014/main" id="{0EF75571-6533-12E2-3ADF-E488BF69A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5974" y="3153641"/>
            <a:ext cx="1685925" cy="2616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모집 중</a:t>
            </a:r>
            <a:endParaRPr sz="1100">
              <a:solidFill>
                <a:schemeClr val="tx1"/>
              </a:solidFill>
            </a:endParaRPr>
          </a:p>
        </p:txBody>
      </p:sp>
      <p:sp>
        <p:nvSpPr>
          <p:cNvPr id="59" name="직사각형 58">
            <a:extLst xmlns:a="http://schemas.openxmlformats.org/drawingml/2006/main">
              <a:ext uri="{FF2B5EF4-FFF2-40B4-BE49-F238E27FC236}">
                <a16:creationId xmlns:a16="http://schemas.microsoft.com/office/drawing/2014/main" id="{F2E6E33B-9BBD-DF40-3028-46AC182F7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5974" y="3746818"/>
            <a:ext cx="919601" cy="2616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마감일순</a:t>
            </a:r>
            <a:endParaRPr sz="1100">
              <a:solidFill>
                <a:schemeClr val="tx1"/>
              </a:solidFill>
            </a:endParaRPr>
          </a:p>
        </p:txBody>
      </p:sp>
      <p:sp>
        <p:nvSpPr>
          <p:cNvPr id="60" name="사각형: 둥근 모서리 59">
            <a:extLst xmlns:a="http://schemas.openxmlformats.org/drawingml/2006/main">
              <a:ext uri="{FF2B5EF4-FFF2-40B4-BE49-F238E27FC236}">
                <a16:creationId xmlns:a16="http://schemas.microsoft.com/office/drawing/2014/main" id="{E1CE4F41-90FD-4E55-05A0-85946499D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2069" y="904961"/>
            <a:ext cx="938981" cy="26161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bg2">
              <a:lumMod val="5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/>
              <a:t>필터 초기화</a:t>
            </a:r>
          </a:p>
        </p:txBody>
      </p:sp>
      <p:sp>
        <p:nvSpPr>
          <p:cNvPr id="61" name="직사각형 60">
            <a:extLst xmlns:a="http://schemas.openxmlformats.org/drawingml/2006/main">
              <a:ext uri="{FF2B5EF4-FFF2-40B4-BE49-F238E27FC236}">
                <a16:creationId xmlns:a16="http://schemas.microsoft.com/office/drawing/2014/main" id="{05CCDA59-ADE6-9A40-054D-9484DC61F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5752" y="3746818"/>
            <a:ext cx="919601" cy="2616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rPr sz="1100">
                <a:solidFill>
                  <a:schemeClr val="tx1"/>
                </a:solidFill>
              </a:rPr>
              <a:t>상세 보기</a:t>
            </a:r>
            <a:endParaRPr sz="1100">
              <a:solidFill>
                <a:schemeClr val="tx1"/>
              </a:solidFill>
            </a:endParaRPr>
          </a:p>
        </p:txBody>
      </p:sp>
      <p:sp>
        <p:nvSpPr>
          <p:cNvPr id="62" name="TextBox 61">
            <a:extLst xmlns:a="http://schemas.openxmlformats.org/drawingml/2006/main">
              <a:ext uri="{FF2B5EF4-FFF2-40B4-BE49-F238E27FC236}">
                <a16:creationId xmlns:a16="http://schemas.microsoft.com/office/drawing/2014/main" id="{2BBED598-0BBD-1792-671F-A447ED637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4448" y="3749253"/>
            <a:ext cx="311304" cy="2616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defRPr sz="75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75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결과</a:t>
            </a:r>
            <a:endParaRPr sz="1100"/>
          </a:p>
        </p:txBody>
      </p:sp>
      <p:sp>
        <p:nvSpPr>
          <p:cNvPr id="75" name="타원 74">
            <a:extLst xmlns:a="http://schemas.openxmlformats.org/drawingml/2006/main">
              <a:ext uri="{FF2B5EF4-FFF2-40B4-BE49-F238E27FC236}">
                <a16:creationId xmlns:a16="http://schemas.microsoft.com/office/drawing/2014/main" id="{51A9C48F-1769-1064-5EBA-CD6BA5BDC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2133" y="904961"/>
            <a:ext cx="223926" cy="22392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00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 b="1">
                <a:solidFill>
                  <a:schemeClr val="bg1"/>
                </a:solidFill>
              </a:rPr>
              <a:t>1</a:t>
            </a:r>
            <a:endParaRPr sz="1400" b="1">
              <a:solidFill>
                <a:schemeClr val="bg1"/>
              </a:solidFill>
            </a:endParaRPr>
          </a:p>
        </p:txBody>
      </p:sp>
      <p:sp>
        <p:nvSpPr>
          <p:cNvPr id="76" name="타원 75">
            <a:extLst xmlns:a="http://schemas.openxmlformats.org/drawingml/2006/main">
              <a:ext uri="{FF2B5EF4-FFF2-40B4-BE49-F238E27FC236}">
                <a16:creationId xmlns:a16="http://schemas.microsoft.com/office/drawing/2014/main" id="{9EB34DAE-9E09-5449-D298-566C8F2A1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2133" y="1478790"/>
            <a:ext cx="223926" cy="22392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00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 b="1">
                <a:solidFill>
                  <a:schemeClr val="bg1"/>
                </a:solidFill>
              </a:rPr>
              <a:t>2</a:t>
            </a:r>
            <a:endParaRPr sz="1400" b="1">
              <a:solidFill>
                <a:schemeClr val="bg1"/>
              </a:solidFill>
            </a:endParaRPr>
          </a:p>
        </p:txBody>
      </p:sp>
      <p:sp>
        <p:nvSpPr>
          <p:cNvPr id="77" name="타원 76">
            <a:extLst xmlns:a="http://schemas.openxmlformats.org/drawingml/2006/main">
              <a:ext uri="{FF2B5EF4-FFF2-40B4-BE49-F238E27FC236}">
                <a16:creationId xmlns:a16="http://schemas.microsoft.com/office/drawing/2014/main" id="{3C82D986-219B-F00F-B5DB-B888ECE89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2133" y="2052619"/>
            <a:ext cx="223926" cy="22392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00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 b="1">
                <a:solidFill>
                  <a:schemeClr val="bg1"/>
                </a:solidFill>
              </a:rPr>
              <a:t>3</a:t>
            </a:r>
            <a:endParaRPr sz="1400" b="1">
              <a:solidFill>
                <a:schemeClr val="bg1"/>
              </a:solidFill>
            </a:endParaRPr>
          </a:p>
        </p:txBody>
      </p:sp>
      <p:sp>
        <p:nvSpPr>
          <p:cNvPr id="78" name="타원 77">
            <a:extLst xmlns:a="http://schemas.openxmlformats.org/drawingml/2006/main">
              <a:ext uri="{FF2B5EF4-FFF2-40B4-BE49-F238E27FC236}">
                <a16:creationId xmlns:a16="http://schemas.microsoft.com/office/drawing/2014/main" id="{109FCB3F-C0C2-A1BF-8CAA-276738E17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2133" y="2656481"/>
            <a:ext cx="223926" cy="22886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00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 b="1">
                <a:solidFill>
                  <a:schemeClr val="bg1"/>
                </a:solidFill>
              </a:rPr>
              <a:t>4</a:t>
            </a:r>
            <a:endParaRPr sz="1400" b="1">
              <a:solidFill>
                <a:schemeClr val="bg1"/>
              </a:solidFill>
            </a:endParaRPr>
          </a:p>
        </p:txBody>
      </p:sp>
      <p:sp>
        <p:nvSpPr>
          <p:cNvPr id="79" name="타원 78">
            <a:extLst xmlns:a="http://schemas.openxmlformats.org/drawingml/2006/main">
              <a:ext uri="{FF2B5EF4-FFF2-40B4-BE49-F238E27FC236}">
                <a16:creationId xmlns:a16="http://schemas.microsoft.com/office/drawing/2014/main" id="{B4DA0951-D500-5B57-5ACD-201E64F0A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2133" y="3172483"/>
            <a:ext cx="223926" cy="22392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00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 b="1">
                <a:solidFill>
                  <a:schemeClr val="bg1"/>
                </a:solidFill>
              </a:rPr>
              <a:t>5</a:t>
            </a:r>
            <a:endParaRPr sz="1400" b="1">
              <a:solidFill>
                <a:schemeClr val="bg1"/>
              </a:solidFill>
            </a:endParaRPr>
          </a:p>
        </p:txBody>
      </p:sp>
      <p:sp>
        <p:nvSpPr>
          <p:cNvPr id="80" name="타원 79">
            <a:extLst xmlns:a="http://schemas.openxmlformats.org/drawingml/2006/main">
              <a:ext uri="{FF2B5EF4-FFF2-40B4-BE49-F238E27FC236}">
                <a16:creationId xmlns:a16="http://schemas.microsoft.com/office/drawing/2014/main" id="{AD0A111E-2E89-823C-4BF8-84982E008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2133" y="3765660"/>
            <a:ext cx="223926" cy="22392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00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 b="1">
                <a:solidFill>
                  <a:schemeClr val="bg1"/>
                </a:solidFill>
              </a:rPr>
              <a:t>6</a:t>
            </a:r>
            <a:endParaRPr sz="1400" b="1">
              <a:solidFill>
                <a:schemeClr val="bg1"/>
              </a:solidFill>
            </a:endParaRPr>
          </a:p>
        </p:txBody>
      </p:sp>
      <p:sp>
        <p:nvSpPr>
          <p:cNvPr id="81" name="타원 80">
            <a:extLst xmlns:a="http://schemas.openxmlformats.org/drawingml/2006/main">
              <a:ext uri="{FF2B5EF4-FFF2-40B4-BE49-F238E27FC236}">
                <a16:creationId xmlns:a16="http://schemas.microsoft.com/office/drawing/2014/main" id="{DE2695AB-5E1D-BE8B-8B70-8643CA811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4675" y="770983"/>
            <a:ext cx="223926" cy="22392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00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 b="1">
                <a:solidFill>
                  <a:schemeClr val="bg1"/>
                </a:solidFill>
              </a:rPr>
              <a:t>7</a:t>
            </a:r>
            <a:endParaRPr sz="1400" b="1">
              <a:solidFill>
                <a:schemeClr val="bg1"/>
              </a:solidFill>
            </a:endParaRPr>
          </a:p>
        </p:txBody>
      </p:sp>
      <p:sp>
        <p:nvSpPr>
          <p:cNvPr id="82" name="타원 81">
            <a:extLst xmlns:a="http://schemas.openxmlformats.org/drawingml/2006/main">
              <a:ext uri="{FF2B5EF4-FFF2-40B4-BE49-F238E27FC236}">
                <a16:creationId xmlns:a16="http://schemas.microsoft.com/office/drawing/2014/main" id="{5606C5DC-C2DF-743A-FC08-9B4686404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3789" y="3632420"/>
            <a:ext cx="223926" cy="22392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00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 b="1">
                <a:solidFill>
                  <a:schemeClr val="bg1"/>
                </a:solidFill>
              </a:rPr>
              <a:t>8</a:t>
            </a:r>
            <a:endParaRPr sz="1400" b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0962209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직사각형 3">
            <a:extLst xmlns:a="http://schemas.openxmlformats.org/drawingml/2006/main">
              <a:ext uri="{FF2B5EF4-FFF2-40B4-BE49-F238E27FC236}">
                <a16:creationId xmlns:a16="http://schemas.microsoft.com/office/drawing/2014/main" id="{17CCAA0A-5307-48D3-9858-F46440A1D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"/>
            <a:ext cx="2743201" cy="68579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0D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600"/>
          </a:p>
        </p:txBody>
      </p:sp>
      <p:sp>
        <p:nvSpPr>
          <p:cNvPr id="17" name="직사각형 16">
            <a:extLst xmlns:a="http://schemas.openxmlformats.org/drawingml/2006/main">
              <a:ext uri="{FF2B5EF4-FFF2-40B4-BE49-F238E27FC236}">
                <a16:creationId xmlns:a16="http://schemas.microsoft.com/office/drawing/2014/main" id="{F2EE50EF-1C64-4D24-A8FC-FEB31ECAB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5172074"/>
            <a:ext cx="7162799" cy="168592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600"/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17EFCDDE-1130-408D-9BF1-4DAA52C21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0037" y="5412546"/>
            <a:ext cx="1005403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600" b="1"/>
              <a:t>화면설명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0DBB6D9D-7151-48F9-9712-A4D8DDC0A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0036" y="5781724"/>
            <a:ext cx="6687844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200"/>
              <a:t>① 정책 핵심정보와 공식 원문 근거를 제공한다.</a:t>
            </a:r>
          </a:p>
          <a:p xmlns:a="http://schemas.openxmlformats.org/drawingml/2006/main">
            <a:r>
              <a:rPr sz="1200"/>
              <a:t>② 프로필 기준 조건별 판정과 최종 참고 결과를 표시한다.</a:t>
            </a:r>
          </a:p>
          <a:p xmlns:a="http://schemas.openxmlformats.org/drawingml/2006/main">
            <a:r>
              <a:rPr sz="1200"/>
              <a:t>③ 불명확한 조건은 ‘추가 확인 필요’로 안내한다.</a:t>
            </a:r>
          </a:p>
          <a:p xmlns:a="http://schemas.openxmlformats.org/drawingml/2006/main">
            <a:r>
              <a:rPr sz="1200"/>
              <a:t>④ 원문 확인 후 신청 준비를 시작할 수 있다.</a:t>
            </a:r>
          </a:p>
        </p:txBody>
      </p:sp>
      <p:sp>
        <p:nvSpPr>
          <p:cNvPr id="2" name="직사각형 1">
            <a:extLst xmlns:a="http://schemas.openxmlformats.org/drawingml/2006/main">
              <a:ext uri="{FF2B5EF4-FFF2-40B4-BE49-F238E27FC236}">
                <a16:creationId xmlns:a16="http://schemas.microsoft.com/office/drawing/2014/main" id="{2C5E6D3A-1F98-A7A1-F76B-3DF2DF7FF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"/>
            <a:ext cx="2743201" cy="685799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6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600"/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684C5B66-E2BA-C71B-F0E8-C823E79C1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86056" y="435384"/>
            <a:ext cx="872355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600" b="1">
                <a:solidFill>
                  <a:schemeClr val="bg1"/>
                </a:solidFill>
              </a:rPr>
              <a:t>화면 </a:t>
            </a:r>
            <a:r>
              <a:rPr sz="1600" b="1">
                <a:solidFill>
                  <a:schemeClr val="bg1"/>
                </a:solidFill>
              </a:rPr>
              <a:t>ID </a:t>
            </a:r>
            <a:endParaRPr sz="1600" b="1">
              <a:solidFill>
                <a:schemeClr val="bg1"/>
              </a:solidFill>
            </a:endParaR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069BD7A6-F08F-9C73-39AB-FF7DE37F1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86056" y="766462"/>
            <a:ext cx="2171089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200">
                <a:solidFill>
                  <a:schemeClr val="bg1"/>
                </a:solidFill>
              </a:rPr>
              <a:t>POLICY_DETAIL_01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F27DB6E3-593C-2CD3-6CB3-2796D0833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86056" y="1318508"/>
            <a:ext cx="1005403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600" b="1">
                <a:solidFill>
                  <a:schemeClr val="bg1"/>
                </a:solidFill>
              </a:rPr>
              <a:t>화면이름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18537E69-BBEC-9364-0126-0BB4E7ED4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86056" y="1649586"/>
            <a:ext cx="2171089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200">
                <a:solidFill>
                  <a:schemeClr val="bg1"/>
                </a:solidFill>
              </a:rPr>
              <a:t>정책 상세·자격 진단</a:t>
            </a:r>
            <a:endParaRPr sz="1200">
              <a:solidFill>
                <a:schemeClr val="bg1"/>
              </a:solidFill>
            </a:endParaRP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FE6A5A0E-6213-1221-0832-D874A4969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86056" y="2386298"/>
            <a:ext cx="1898277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600" b="1">
                <a:solidFill>
                  <a:schemeClr val="bg1"/>
                </a:solidFill>
              </a:rPr>
              <a:t>관련</a:t>
            </a:r>
            <a:r>
              <a:rPr sz="1600" b="1">
                <a:solidFill>
                  <a:schemeClr val="bg1"/>
                </a:solidFill>
              </a:rPr>
              <a:t> </a:t>
            </a:r>
            <a:r>
              <a:rPr sz="1600" b="1">
                <a:solidFill>
                  <a:schemeClr val="bg1"/>
                </a:solidFill>
              </a:rPr>
              <a:t>유스케이스</a:t>
            </a:r>
            <a:r>
              <a:rPr sz="1600" b="1">
                <a:solidFill>
                  <a:schemeClr val="bg1"/>
                </a:solidFill>
              </a:rPr>
              <a:t> </a:t>
            </a:r>
            <a:r>
              <a:rPr sz="1600" b="1">
                <a:solidFill>
                  <a:schemeClr val="bg1"/>
                </a:solidFill>
              </a:rPr>
              <a:t>ID</a:t>
            </a:r>
            <a:endParaRPr sz="1600" b="1">
              <a:solidFill>
                <a:schemeClr val="bg1"/>
              </a:solidFill>
            </a:endParaRP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F61305A1-4EF3-9CC6-66B6-231F2BB6D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86056" y="2717376"/>
            <a:ext cx="2171089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200">
                <a:solidFill>
                  <a:schemeClr val="bg1"/>
                </a:solidFill>
              </a:rPr>
              <a:t>MST_300, MST_500</a:t>
            </a: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01AD7CA1-2A77-6AF6-AE7A-F3255BAE2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86056" y="5814539"/>
            <a:ext cx="800219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600" b="1">
                <a:solidFill>
                  <a:schemeClr val="bg1"/>
                </a:solidFill>
              </a:rPr>
              <a:t>작성자</a:t>
            </a: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6AB5618F-88F0-F1D6-6CB8-FB97C8241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86056" y="6145617"/>
            <a:ext cx="2171089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200">
                <a:solidFill>
                  <a:schemeClr val="bg1"/>
                </a:solidFill>
              </a:rPr>
              <a:t>민경석 외 3명</a:t>
            </a:r>
            <a:endParaRPr sz="1200">
              <a:solidFill>
                <a:schemeClr val="bg1"/>
              </a:solidFill>
            </a:endParaRPr>
          </a:p>
        </p:txBody>
      </p:sp>
      <p:sp>
        <p:nvSpPr>
          <p:cNvPr id="40" name="TextBox 39">
            <a:extLst xmlns:a="http://schemas.openxmlformats.org/drawingml/2006/main">
              <a:ext uri="{FF2B5EF4-FFF2-40B4-BE49-F238E27FC236}">
                <a16:creationId xmlns:a16="http://schemas.microsoft.com/office/drawing/2014/main" id="{386070AB-656E-35FF-C9DB-75734CAA4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86055" y="3290063"/>
            <a:ext cx="1005403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600" b="1">
                <a:solidFill>
                  <a:schemeClr val="bg1"/>
                </a:solidFill>
              </a:rPr>
              <a:t>화면개요</a:t>
            </a:r>
          </a:p>
        </p:txBody>
      </p:sp>
      <p:sp>
        <p:nvSpPr>
          <p:cNvPr id="41" name="TextBox 40">
            <a:extLst xmlns:a="http://schemas.openxmlformats.org/drawingml/2006/main">
              <a:ext uri="{FF2B5EF4-FFF2-40B4-BE49-F238E27FC236}">
                <a16:creationId xmlns:a16="http://schemas.microsoft.com/office/drawing/2014/main" id="{1D06E145-6BA5-8E97-9DA2-64AAA20B9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86055" y="3621141"/>
            <a:ext cx="2171089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200">
                <a:solidFill>
                  <a:schemeClr val="bg1"/>
                </a:solidFill>
              </a:rPr>
              <a:t>정책 원문 정보와 조건별 판정을 확인</a:t>
            </a:r>
            <a:endParaRPr sz="1200">
              <a:solidFill>
                <a:schemeClr val="bg1"/>
              </a:solidFill>
            </a:endParaRPr>
          </a:p>
        </p:txBody>
      </p:sp>
      <p:sp>
        <p:nvSpPr>
          <p:cNvPr id="43" name="TextBox 42">
            <a:extLst xmlns:a="http://schemas.openxmlformats.org/drawingml/2006/main">
              <a:ext uri="{FF2B5EF4-FFF2-40B4-BE49-F238E27FC236}">
                <a16:creationId xmlns:a16="http://schemas.microsoft.com/office/drawing/2014/main" id="{749DC042-DED4-273C-0554-67E51257F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86055" y="4504265"/>
            <a:ext cx="1098173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600" b="1">
                <a:solidFill>
                  <a:schemeClr val="bg1"/>
                </a:solidFill>
              </a:rPr>
              <a:t>메뉴경로</a:t>
            </a:r>
          </a:p>
        </p:txBody>
      </p:sp>
      <p:sp>
        <p:nvSpPr>
          <p:cNvPr id="44" name="TextBox 43">
            <a:extLst xmlns:a="http://schemas.openxmlformats.org/drawingml/2006/main">
              <a:ext uri="{FF2B5EF4-FFF2-40B4-BE49-F238E27FC236}">
                <a16:creationId xmlns:a16="http://schemas.microsoft.com/office/drawing/2014/main" id="{B39A8AB4-D95E-0C4C-97FE-B8E59B4A6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86055" y="4835343"/>
            <a:ext cx="2371420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200">
                <a:solidFill>
                  <a:schemeClr val="bg1"/>
                </a:solidFill>
              </a:rPr>
              <a:t>정책 검색/정책 상세</a:t>
            </a:r>
            <a:endParaRPr sz="1200">
              <a:solidFill>
                <a:schemeClr val="bg1"/>
              </a:solidFill>
            </a:endParaRPr>
          </a:p>
        </p:txBody>
      </p:sp>
      <p:sp>
        <p:nvSpPr>
          <p:cNvPr id="45" name="TextBox 44">
            <a:extLst xmlns:a="http://schemas.openxmlformats.org/drawingml/2006/main">
              <a:ext uri="{FF2B5EF4-FFF2-40B4-BE49-F238E27FC236}">
                <a16:creationId xmlns:a16="http://schemas.microsoft.com/office/drawing/2014/main" id="{700231D3-C272-556F-D475-C3B3D7F9F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889" y="250718"/>
            <a:ext cx="1107996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정책 상세</a:t>
            </a:r>
          </a:p>
        </p:txBody>
      </p:sp>
      <p:sp>
        <p:nvSpPr>
          <p:cNvPr id="46" name="TextBox 45">
            <a:extLst xmlns:a="http://schemas.openxmlformats.org/drawingml/2006/main">
              <a:ext uri="{FF2B5EF4-FFF2-40B4-BE49-F238E27FC236}">
                <a16:creationId xmlns:a16="http://schemas.microsoft.com/office/drawing/2014/main" id="{51D24EE1-E966-FCCA-7F33-B08EE9A22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3220" y="904961"/>
            <a:ext cx="607859" cy="2616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100"/>
              <a:t>지원 내용</a:t>
            </a:r>
            <a:endParaRPr sz="1100"/>
          </a:p>
        </p:txBody>
      </p:sp>
      <p:sp>
        <p:nvSpPr>
          <p:cNvPr id="47" name="TextBox 46">
            <a:extLst xmlns:a="http://schemas.openxmlformats.org/drawingml/2006/main">
              <a:ext uri="{FF2B5EF4-FFF2-40B4-BE49-F238E27FC236}">
                <a16:creationId xmlns:a16="http://schemas.microsoft.com/office/drawing/2014/main" id="{6A1C0DE8-32F0-0C32-BBBC-A8F6DEA30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3220" y="1472396"/>
            <a:ext cx="748923" cy="2616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100"/>
              <a:t>신청 대상</a:t>
            </a:r>
            <a:endParaRPr sz="1100"/>
          </a:p>
        </p:txBody>
      </p:sp>
      <p:sp>
        <p:nvSpPr>
          <p:cNvPr id="48" name="TextBox 47">
            <a:extLst xmlns:a="http://schemas.openxmlformats.org/drawingml/2006/main">
              <a:ext uri="{FF2B5EF4-FFF2-40B4-BE49-F238E27FC236}">
                <a16:creationId xmlns:a16="http://schemas.microsoft.com/office/drawing/2014/main" id="{886820B5-EED8-FA6D-1FF4-EB009740F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3220" y="2044968"/>
            <a:ext cx="1204176" cy="2616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100"/>
              <a:t>신청 기간</a:t>
            </a:r>
            <a:endParaRPr sz="1100"/>
          </a:p>
        </p:txBody>
      </p:sp>
      <p:sp>
        <p:nvSpPr>
          <p:cNvPr id="49" name="TextBox 48">
            <a:extLst xmlns:a="http://schemas.openxmlformats.org/drawingml/2006/main">
              <a:ext uri="{FF2B5EF4-FFF2-40B4-BE49-F238E27FC236}">
                <a16:creationId xmlns:a16="http://schemas.microsoft.com/office/drawing/2014/main" id="{F7E5617A-7BA6-A6F6-EB41-8CD2E55EA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3220" y="2613063"/>
            <a:ext cx="466794" cy="2616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100"/>
              <a:t>준비 서류</a:t>
            </a:r>
            <a:endParaRPr sz="1100"/>
          </a:p>
        </p:txBody>
      </p:sp>
      <p:sp>
        <p:nvSpPr>
          <p:cNvPr id="51" name="TextBox 50">
            <a:extLst xmlns:a="http://schemas.openxmlformats.org/drawingml/2006/main">
              <a:ext uri="{FF2B5EF4-FFF2-40B4-BE49-F238E27FC236}">
                <a16:creationId xmlns:a16="http://schemas.microsoft.com/office/drawing/2014/main" id="{719536E6-D7B4-EE78-8F65-370E1ECC5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3220" y="3181158"/>
            <a:ext cx="922047" cy="2616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100"/>
              <a:t>담당 기관</a:t>
            </a:r>
          </a:p>
        </p:txBody>
      </p:sp>
      <p:sp>
        <p:nvSpPr>
          <p:cNvPr id="52" name="TextBox 51">
            <a:extLst xmlns:a="http://schemas.openxmlformats.org/drawingml/2006/main">
              <a:ext uri="{FF2B5EF4-FFF2-40B4-BE49-F238E27FC236}">
                <a16:creationId xmlns:a16="http://schemas.microsoft.com/office/drawing/2014/main" id="{04BEE536-713E-8D0F-2913-513A6F9F2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3220" y="3749253"/>
            <a:ext cx="607859" cy="2616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100"/>
              <a:t>원문 확인</a:t>
            </a:r>
            <a:endParaRPr sz="1100"/>
          </a:p>
        </p:txBody>
      </p:sp>
      <p:sp>
        <p:nvSpPr>
          <p:cNvPr id="53" name="사각형: 둥근 모서리 52">
            <a:extLst xmlns:a="http://schemas.openxmlformats.org/drawingml/2006/main">
              <a:ext uri="{FF2B5EF4-FFF2-40B4-BE49-F238E27FC236}">
                <a16:creationId xmlns:a16="http://schemas.microsoft.com/office/drawing/2014/main" id="{4BF1CDD4-32B6-1D50-E144-A39B7F222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4693" y="4289272"/>
            <a:ext cx="1667205" cy="28559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bg2">
              <a:lumMod val="5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/>
              <a:t>자격 진단</a:t>
            </a:r>
          </a:p>
        </p:txBody>
      </p:sp>
      <p:sp>
        <p:nvSpPr>
          <p:cNvPr id="54" name="직사각형 53">
            <a:extLst xmlns:a="http://schemas.openxmlformats.org/drawingml/2006/main">
              <a:ext uri="{FF2B5EF4-FFF2-40B4-BE49-F238E27FC236}">
                <a16:creationId xmlns:a16="http://schemas.microsoft.com/office/drawing/2014/main" id="{583B3065-042D-0EE4-1E6E-BC38A0991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4694" y="904961"/>
            <a:ext cx="1685925" cy="2616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지원금·혜택 요약</a:t>
            </a:r>
            <a:endParaRPr sz="1100">
              <a:solidFill>
                <a:schemeClr val="tx1"/>
              </a:solidFill>
            </a:endParaRPr>
          </a:p>
        </p:txBody>
      </p:sp>
      <p:sp>
        <p:nvSpPr>
          <p:cNvPr id="55" name="직사각형 54">
            <a:extLst xmlns:a="http://schemas.openxmlformats.org/drawingml/2006/main">
              <a:ext uri="{FF2B5EF4-FFF2-40B4-BE49-F238E27FC236}">
                <a16:creationId xmlns:a16="http://schemas.microsoft.com/office/drawing/2014/main" id="{07B62099-26D6-E4EB-0BAB-0832BFFAA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4694" y="1472396"/>
            <a:ext cx="1685925" cy="2616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조건별 판정 표시</a:t>
            </a:r>
            <a:endParaRPr sz="1100">
              <a:solidFill>
                <a:schemeClr val="tx1"/>
              </a:solidFill>
            </a:endParaRPr>
          </a:p>
        </p:txBody>
      </p:sp>
      <p:sp>
        <p:nvSpPr>
          <p:cNvPr id="56" name="직사각형 55">
            <a:extLst xmlns:a="http://schemas.openxmlformats.org/drawingml/2006/main">
              <a:ext uri="{FF2B5EF4-FFF2-40B4-BE49-F238E27FC236}">
                <a16:creationId xmlns:a16="http://schemas.microsoft.com/office/drawing/2014/main" id="{1FB9194B-FAF4-FF1A-B2D3-ACA1B5EBE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5974" y="2039831"/>
            <a:ext cx="1685925" cy="2616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시작일 ~ 마감일</a:t>
            </a:r>
            <a:endParaRPr sz="1100">
              <a:solidFill>
                <a:schemeClr val="tx1"/>
              </a:solidFill>
            </a:endParaRPr>
          </a:p>
        </p:txBody>
      </p:sp>
      <p:sp>
        <p:nvSpPr>
          <p:cNvPr id="57" name="직사각형 56">
            <a:extLst xmlns:a="http://schemas.openxmlformats.org/drawingml/2006/main">
              <a:ext uri="{FF2B5EF4-FFF2-40B4-BE49-F238E27FC236}">
                <a16:creationId xmlns:a16="http://schemas.microsoft.com/office/drawing/2014/main" id="{B66F31FB-12D1-FA23-0250-609C7B2F9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5974" y="2613063"/>
            <a:ext cx="1685925" cy="2616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필수·선택 구분</a:t>
            </a:r>
          </a:p>
        </p:txBody>
      </p:sp>
      <p:sp>
        <p:nvSpPr>
          <p:cNvPr id="58" name="직사각형 57">
            <a:extLst xmlns:a="http://schemas.openxmlformats.org/drawingml/2006/main">
              <a:ext uri="{FF2B5EF4-FFF2-40B4-BE49-F238E27FC236}">
                <a16:creationId xmlns:a16="http://schemas.microsoft.com/office/drawing/2014/main" id="{0EF75571-6533-12E2-3ADF-E488BF69A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5974" y="3153641"/>
            <a:ext cx="1685925" cy="2616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문의처 포함</a:t>
            </a:r>
            <a:endParaRPr sz="1100">
              <a:solidFill>
                <a:schemeClr val="tx1"/>
              </a:solidFill>
            </a:endParaRPr>
          </a:p>
        </p:txBody>
      </p:sp>
      <p:sp>
        <p:nvSpPr>
          <p:cNvPr id="59" name="직사각형 58">
            <a:extLst xmlns:a="http://schemas.openxmlformats.org/drawingml/2006/main">
              <a:ext uri="{FF2B5EF4-FFF2-40B4-BE49-F238E27FC236}">
                <a16:creationId xmlns:a16="http://schemas.microsoft.com/office/drawing/2014/main" id="{F2E6E33B-9BBD-DF40-3028-46AC182F7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5974" y="3746818"/>
            <a:ext cx="919601" cy="2616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최종 확인일 표시</a:t>
            </a:r>
            <a:endParaRPr sz="1100">
              <a:solidFill>
                <a:schemeClr val="tx1"/>
              </a:solidFill>
            </a:endParaRPr>
          </a:p>
        </p:txBody>
      </p:sp>
      <p:sp>
        <p:nvSpPr>
          <p:cNvPr id="60" name="사각형: 둥근 모서리 59">
            <a:extLst xmlns:a="http://schemas.openxmlformats.org/drawingml/2006/main">
              <a:ext uri="{FF2B5EF4-FFF2-40B4-BE49-F238E27FC236}">
                <a16:creationId xmlns:a16="http://schemas.microsoft.com/office/drawing/2014/main" id="{E1CE4F41-90FD-4E55-05A0-85946499D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2069" y="904961"/>
            <a:ext cx="938981" cy="26161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bg2">
              <a:lumMod val="5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/>
              <a:t>관심 저장</a:t>
            </a:r>
          </a:p>
        </p:txBody>
      </p:sp>
      <p:sp>
        <p:nvSpPr>
          <p:cNvPr id="61" name="직사각형 60">
            <a:extLst xmlns:a="http://schemas.openxmlformats.org/drawingml/2006/main">
              <a:ext uri="{FF2B5EF4-FFF2-40B4-BE49-F238E27FC236}">
                <a16:creationId xmlns:a16="http://schemas.microsoft.com/office/drawing/2014/main" id="{05CCDA59-ADE6-9A40-054D-9484DC61F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5752" y="3746818"/>
            <a:ext cx="919601" cy="2616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rPr sz="1100">
                <a:solidFill>
                  <a:schemeClr val="tx1"/>
                </a:solidFill>
              </a:rPr>
              <a:t>신청 준비</a:t>
            </a:r>
            <a:endParaRPr sz="1100">
              <a:solidFill>
                <a:schemeClr val="tx1"/>
              </a:solidFill>
            </a:endParaRPr>
          </a:p>
        </p:txBody>
      </p:sp>
      <p:sp>
        <p:nvSpPr>
          <p:cNvPr id="62" name="TextBox 61">
            <a:extLst xmlns:a="http://schemas.openxmlformats.org/drawingml/2006/main">
              <a:ext uri="{FF2B5EF4-FFF2-40B4-BE49-F238E27FC236}">
                <a16:creationId xmlns:a16="http://schemas.microsoft.com/office/drawing/2014/main" id="{2BBED598-0BBD-1792-671F-A447ED637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4448" y="3749253"/>
            <a:ext cx="311304" cy="2616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defRPr sz="75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75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다음</a:t>
            </a:r>
            <a:endParaRPr sz="1100"/>
          </a:p>
        </p:txBody>
      </p:sp>
      <p:sp>
        <p:nvSpPr>
          <p:cNvPr id="75" name="타원 74">
            <a:extLst xmlns:a="http://schemas.openxmlformats.org/drawingml/2006/main">
              <a:ext uri="{FF2B5EF4-FFF2-40B4-BE49-F238E27FC236}">
                <a16:creationId xmlns:a16="http://schemas.microsoft.com/office/drawing/2014/main" id="{51A9C48F-1769-1064-5EBA-CD6BA5BDC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2133" y="904961"/>
            <a:ext cx="223926" cy="22392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00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 b="1">
                <a:solidFill>
                  <a:schemeClr val="bg1"/>
                </a:solidFill>
              </a:rPr>
              <a:t>1</a:t>
            </a:r>
            <a:endParaRPr sz="1400" b="1">
              <a:solidFill>
                <a:schemeClr val="bg1"/>
              </a:solidFill>
            </a:endParaRPr>
          </a:p>
        </p:txBody>
      </p:sp>
      <p:sp>
        <p:nvSpPr>
          <p:cNvPr id="76" name="타원 75">
            <a:extLst xmlns:a="http://schemas.openxmlformats.org/drawingml/2006/main">
              <a:ext uri="{FF2B5EF4-FFF2-40B4-BE49-F238E27FC236}">
                <a16:creationId xmlns:a16="http://schemas.microsoft.com/office/drawing/2014/main" id="{9EB34DAE-9E09-5449-D298-566C8F2A1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2133" y="1478790"/>
            <a:ext cx="223926" cy="22392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00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 b="1">
                <a:solidFill>
                  <a:schemeClr val="bg1"/>
                </a:solidFill>
              </a:rPr>
              <a:t>2</a:t>
            </a:r>
            <a:endParaRPr sz="1400" b="1">
              <a:solidFill>
                <a:schemeClr val="bg1"/>
              </a:solidFill>
            </a:endParaRPr>
          </a:p>
        </p:txBody>
      </p:sp>
      <p:sp>
        <p:nvSpPr>
          <p:cNvPr id="77" name="타원 76">
            <a:extLst xmlns:a="http://schemas.openxmlformats.org/drawingml/2006/main">
              <a:ext uri="{FF2B5EF4-FFF2-40B4-BE49-F238E27FC236}">
                <a16:creationId xmlns:a16="http://schemas.microsoft.com/office/drawing/2014/main" id="{3C82D986-219B-F00F-B5DB-B888ECE89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2133" y="2052619"/>
            <a:ext cx="223926" cy="22392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00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 b="1">
                <a:solidFill>
                  <a:schemeClr val="bg1"/>
                </a:solidFill>
              </a:rPr>
              <a:t>3</a:t>
            </a:r>
            <a:endParaRPr sz="1400" b="1">
              <a:solidFill>
                <a:schemeClr val="bg1"/>
              </a:solidFill>
            </a:endParaRPr>
          </a:p>
        </p:txBody>
      </p:sp>
      <p:sp>
        <p:nvSpPr>
          <p:cNvPr id="78" name="타원 77">
            <a:extLst xmlns:a="http://schemas.openxmlformats.org/drawingml/2006/main">
              <a:ext uri="{FF2B5EF4-FFF2-40B4-BE49-F238E27FC236}">
                <a16:creationId xmlns:a16="http://schemas.microsoft.com/office/drawing/2014/main" id="{109FCB3F-C0C2-A1BF-8CAA-276738E17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2133" y="2656481"/>
            <a:ext cx="223926" cy="22886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00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 b="1">
                <a:solidFill>
                  <a:schemeClr val="bg1"/>
                </a:solidFill>
              </a:rPr>
              <a:t>4</a:t>
            </a:r>
            <a:endParaRPr sz="1400" b="1">
              <a:solidFill>
                <a:schemeClr val="bg1"/>
              </a:solidFill>
            </a:endParaRPr>
          </a:p>
        </p:txBody>
      </p:sp>
      <p:sp>
        <p:nvSpPr>
          <p:cNvPr id="79" name="타원 78">
            <a:extLst xmlns:a="http://schemas.openxmlformats.org/drawingml/2006/main">
              <a:ext uri="{FF2B5EF4-FFF2-40B4-BE49-F238E27FC236}">
                <a16:creationId xmlns:a16="http://schemas.microsoft.com/office/drawing/2014/main" id="{B4DA0951-D500-5B57-5ACD-201E64F0A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2133" y="3172483"/>
            <a:ext cx="223926" cy="22392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00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 b="1">
                <a:solidFill>
                  <a:schemeClr val="bg1"/>
                </a:solidFill>
              </a:rPr>
              <a:t>5</a:t>
            </a:r>
            <a:endParaRPr sz="1400" b="1">
              <a:solidFill>
                <a:schemeClr val="bg1"/>
              </a:solidFill>
            </a:endParaRPr>
          </a:p>
        </p:txBody>
      </p:sp>
      <p:sp>
        <p:nvSpPr>
          <p:cNvPr id="80" name="타원 79">
            <a:extLst xmlns:a="http://schemas.openxmlformats.org/drawingml/2006/main">
              <a:ext uri="{FF2B5EF4-FFF2-40B4-BE49-F238E27FC236}">
                <a16:creationId xmlns:a16="http://schemas.microsoft.com/office/drawing/2014/main" id="{AD0A111E-2E89-823C-4BF8-84982E008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2133" y="3765660"/>
            <a:ext cx="223926" cy="22392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00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 b="1">
                <a:solidFill>
                  <a:schemeClr val="bg1"/>
                </a:solidFill>
              </a:rPr>
              <a:t>6</a:t>
            </a:r>
            <a:endParaRPr sz="1400" b="1">
              <a:solidFill>
                <a:schemeClr val="bg1"/>
              </a:solidFill>
            </a:endParaRPr>
          </a:p>
        </p:txBody>
      </p:sp>
      <p:sp>
        <p:nvSpPr>
          <p:cNvPr id="81" name="타원 80">
            <a:extLst xmlns:a="http://schemas.openxmlformats.org/drawingml/2006/main">
              <a:ext uri="{FF2B5EF4-FFF2-40B4-BE49-F238E27FC236}">
                <a16:creationId xmlns:a16="http://schemas.microsoft.com/office/drawing/2014/main" id="{DE2695AB-5E1D-BE8B-8B70-8643CA811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4675" y="770983"/>
            <a:ext cx="223926" cy="22392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00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 b="1">
                <a:solidFill>
                  <a:schemeClr val="bg1"/>
                </a:solidFill>
              </a:rPr>
              <a:t>7</a:t>
            </a:r>
            <a:endParaRPr sz="1400" b="1">
              <a:solidFill>
                <a:schemeClr val="bg1"/>
              </a:solidFill>
            </a:endParaRPr>
          </a:p>
        </p:txBody>
      </p:sp>
      <p:sp>
        <p:nvSpPr>
          <p:cNvPr id="82" name="타원 81">
            <a:extLst xmlns:a="http://schemas.openxmlformats.org/drawingml/2006/main">
              <a:ext uri="{FF2B5EF4-FFF2-40B4-BE49-F238E27FC236}">
                <a16:creationId xmlns:a16="http://schemas.microsoft.com/office/drawing/2014/main" id="{5606C5DC-C2DF-743A-FC08-9B4686404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3789" y="3632420"/>
            <a:ext cx="223926" cy="22392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00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 b="1">
                <a:solidFill>
                  <a:schemeClr val="bg1"/>
                </a:solidFill>
              </a:rPr>
              <a:t>8</a:t>
            </a:r>
            <a:endParaRPr sz="1400" b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0962209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직사각형 3">
            <a:extLst xmlns:a="http://schemas.openxmlformats.org/drawingml/2006/main">
              <a:ext uri="{FF2B5EF4-FFF2-40B4-BE49-F238E27FC236}">
                <a16:creationId xmlns:a16="http://schemas.microsoft.com/office/drawing/2014/main" id="{17CCAA0A-5307-48D3-9858-F46440A1D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"/>
            <a:ext cx="2743201" cy="68579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0D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600"/>
          </a:p>
        </p:txBody>
      </p:sp>
      <p:sp>
        <p:nvSpPr>
          <p:cNvPr id="17" name="직사각형 16">
            <a:extLst xmlns:a="http://schemas.openxmlformats.org/drawingml/2006/main">
              <a:ext uri="{FF2B5EF4-FFF2-40B4-BE49-F238E27FC236}">
                <a16:creationId xmlns:a16="http://schemas.microsoft.com/office/drawing/2014/main" id="{F2EE50EF-1C64-4D24-A8FC-FEB31ECAB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5172074"/>
            <a:ext cx="7162799" cy="168592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600"/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17EFCDDE-1130-408D-9BF1-4DAA52C21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0037" y="5412546"/>
            <a:ext cx="1005403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600" b="1"/>
              <a:t>화면설명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0DBB6D9D-7151-48F9-9712-A4D8DDC0A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0036" y="5781724"/>
            <a:ext cx="6687844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200"/>
              <a:t>① 사용자가 자연어로 정책 질문을 입력한다.</a:t>
            </a:r>
          </a:p>
          <a:p xmlns:a="http://schemas.openxmlformats.org/drawingml/2006/main">
            <a:r>
              <a:rPr sz="1200"/>
              <a:t>② 관련 원문과 사용자 프로필을 결합해 답변한다.</a:t>
            </a:r>
          </a:p>
          <a:p xmlns:a="http://schemas.openxmlformats.org/drawingml/2006/main">
            <a:r>
              <a:rPr sz="1200"/>
              <a:t>③ 정책명·담당기관·기간·원문 링크를 함께 표시한다.</a:t>
            </a:r>
          </a:p>
          <a:p xmlns:a="http://schemas.openxmlformats.org/drawingml/2006/main">
            <a:r>
              <a:rPr sz="1200"/>
              <a:t>④ 근거가 부족하면 추측하지 않고 재검색을 안내한다.</a:t>
            </a:r>
          </a:p>
        </p:txBody>
      </p:sp>
      <p:sp>
        <p:nvSpPr>
          <p:cNvPr id="2" name="직사각형 1">
            <a:extLst xmlns:a="http://schemas.openxmlformats.org/drawingml/2006/main">
              <a:ext uri="{FF2B5EF4-FFF2-40B4-BE49-F238E27FC236}">
                <a16:creationId xmlns:a16="http://schemas.microsoft.com/office/drawing/2014/main" id="{2C5E6D3A-1F98-A7A1-F76B-3DF2DF7FF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"/>
            <a:ext cx="2743201" cy="685799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6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600"/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684C5B66-E2BA-C71B-F0E8-C823E79C1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86056" y="435384"/>
            <a:ext cx="872355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600" b="1">
                <a:solidFill>
                  <a:schemeClr val="bg1"/>
                </a:solidFill>
              </a:rPr>
              <a:t>화면 </a:t>
            </a:r>
            <a:r>
              <a:rPr sz="1600" b="1">
                <a:solidFill>
                  <a:schemeClr val="bg1"/>
                </a:solidFill>
              </a:rPr>
              <a:t>ID </a:t>
            </a:r>
            <a:endParaRPr sz="1600" b="1">
              <a:solidFill>
                <a:schemeClr val="bg1"/>
              </a:solidFill>
            </a:endParaR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069BD7A6-F08F-9C73-39AB-FF7DE37F1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86056" y="766462"/>
            <a:ext cx="2171089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200">
                <a:solidFill>
                  <a:schemeClr val="bg1"/>
                </a:solidFill>
              </a:rPr>
              <a:t>AI_CHAT_01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F27DB6E3-593C-2CD3-6CB3-2796D0833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86056" y="1318508"/>
            <a:ext cx="1005403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600" b="1">
                <a:solidFill>
                  <a:schemeClr val="bg1"/>
                </a:solidFill>
              </a:rPr>
              <a:t>화면이름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18537E69-BBEC-9364-0126-0BB4E7ED4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86056" y="1649586"/>
            <a:ext cx="2171089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200">
                <a:solidFill>
                  <a:schemeClr val="bg1"/>
                </a:solidFill>
              </a:rPr>
              <a:t>RAG 정책 상담</a:t>
            </a:r>
            <a:endParaRPr sz="1200">
              <a:solidFill>
                <a:schemeClr val="bg1"/>
              </a:solidFill>
            </a:endParaRP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FE6A5A0E-6213-1221-0832-D874A4969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86056" y="2386298"/>
            <a:ext cx="1898277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600" b="1">
                <a:solidFill>
                  <a:schemeClr val="bg1"/>
                </a:solidFill>
              </a:rPr>
              <a:t>관련</a:t>
            </a:r>
            <a:r>
              <a:rPr sz="1600" b="1">
                <a:solidFill>
                  <a:schemeClr val="bg1"/>
                </a:solidFill>
              </a:rPr>
              <a:t> </a:t>
            </a:r>
            <a:r>
              <a:rPr sz="1600" b="1">
                <a:solidFill>
                  <a:schemeClr val="bg1"/>
                </a:solidFill>
              </a:rPr>
              <a:t>유스케이스</a:t>
            </a:r>
            <a:r>
              <a:rPr sz="1600" b="1">
                <a:solidFill>
                  <a:schemeClr val="bg1"/>
                </a:solidFill>
              </a:rPr>
              <a:t> </a:t>
            </a:r>
            <a:r>
              <a:rPr sz="1600" b="1">
                <a:solidFill>
                  <a:schemeClr val="bg1"/>
                </a:solidFill>
              </a:rPr>
              <a:t>ID</a:t>
            </a:r>
            <a:endParaRPr sz="1600" b="1">
              <a:solidFill>
                <a:schemeClr val="bg1"/>
              </a:solidFill>
            </a:endParaRP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F61305A1-4EF3-9CC6-66B6-231F2BB6D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86056" y="2717376"/>
            <a:ext cx="2171089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200">
                <a:solidFill>
                  <a:schemeClr val="bg1"/>
                </a:solidFill>
              </a:rPr>
              <a:t>MST_400</a:t>
            </a: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01AD7CA1-2A77-6AF6-AE7A-F3255BAE2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86056" y="5814539"/>
            <a:ext cx="800219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600" b="1">
                <a:solidFill>
                  <a:schemeClr val="bg1"/>
                </a:solidFill>
              </a:rPr>
              <a:t>작성자</a:t>
            </a: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6AB5618F-88F0-F1D6-6CB8-FB97C8241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86056" y="6145617"/>
            <a:ext cx="2171089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200">
                <a:solidFill>
                  <a:schemeClr val="bg1"/>
                </a:solidFill>
              </a:rPr>
              <a:t>민경석 외 3명</a:t>
            </a:r>
            <a:endParaRPr sz="1200">
              <a:solidFill>
                <a:schemeClr val="bg1"/>
              </a:solidFill>
            </a:endParaRPr>
          </a:p>
        </p:txBody>
      </p:sp>
      <p:sp>
        <p:nvSpPr>
          <p:cNvPr id="40" name="TextBox 39">
            <a:extLst xmlns:a="http://schemas.openxmlformats.org/drawingml/2006/main">
              <a:ext uri="{FF2B5EF4-FFF2-40B4-BE49-F238E27FC236}">
                <a16:creationId xmlns:a16="http://schemas.microsoft.com/office/drawing/2014/main" id="{386070AB-656E-35FF-C9DB-75734CAA4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86055" y="3290063"/>
            <a:ext cx="1005403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600" b="1">
                <a:solidFill>
                  <a:schemeClr val="bg1"/>
                </a:solidFill>
              </a:rPr>
              <a:t>화면개요</a:t>
            </a:r>
          </a:p>
        </p:txBody>
      </p:sp>
      <p:sp>
        <p:nvSpPr>
          <p:cNvPr id="41" name="TextBox 40">
            <a:extLst xmlns:a="http://schemas.openxmlformats.org/drawingml/2006/main">
              <a:ext uri="{FF2B5EF4-FFF2-40B4-BE49-F238E27FC236}">
                <a16:creationId xmlns:a16="http://schemas.microsoft.com/office/drawing/2014/main" id="{1D06E145-6BA5-8E97-9DA2-64AAA20B9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86055" y="3621141"/>
            <a:ext cx="2171089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200">
                <a:solidFill>
                  <a:schemeClr val="bg1"/>
                </a:solidFill>
              </a:rPr>
              <a:t>정책 원문에 근거해 자연어 질문에 답변</a:t>
            </a:r>
            <a:endParaRPr sz="1200">
              <a:solidFill>
                <a:schemeClr val="bg1"/>
              </a:solidFill>
            </a:endParaRPr>
          </a:p>
        </p:txBody>
      </p:sp>
      <p:sp>
        <p:nvSpPr>
          <p:cNvPr id="43" name="TextBox 42">
            <a:extLst xmlns:a="http://schemas.openxmlformats.org/drawingml/2006/main">
              <a:ext uri="{FF2B5EF4-FFF2-40B4-BE49-F238E27FC236}">
                <a16:creationId xmlns:a16="http://schemas.microsoft.com/office/drawing/2014/main" id="{749DC042-DED4-273C-0554-67E51257F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86055" y="4504265"/>
            <a:ext cx="1098173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600" b="1">
                <a:solidFill>
                  <a:schemeClr val="bg1"/>
                </a:solidFill>
              </a:rPr>
              <a:t>메뉴경로</a:t>
            </a:r>
          </a:p>
        </p:txBody>
      </p:sp>
      <p:sp>
        <p:nvSpPr>
          <p:cNvPr id="44" name="TextBox 43">
            <a:extLst xmlns:a="http://schemas.openxmlformats.org/drawingml/2006/main">
              <a:ext uri="{FF2B5EF4-FFF2-40B4-BE49-F238E27FC236}">
                <a16:creationId xmlns:a16="http://schemas.microsoft.com/office/drawing/2014/main" id="{B39A8AB4-D95E-0C4C-97FE-B8E59B4A6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86055" y="4835343"/>
            <a:ext cx="2371420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200">
                <a:solidFill>
                  <a:schemeClr val="bg1"/>
                </a:solidFill>
              </a:rPr>
              <a:t>메인/AI 상담</a:t>
            </a:r>
            <a:endParaRPr sz="1200">
              <a:solidFill>
                <a:schemeClr val="bg1"/>
              </a:solidFill>
            </a:endParaRPr>
          </a:p>
        </p:txBody>
      </p:sp>
      <p:sp>
        <p:nvSpPr>
          <p:cNvPr id="45" name="TextBox 44">
            <a:extLst xmlns:a="http://schemas.openxmlformats.org/drawingml/2006/main">
              <a:ext uri="{FF2B5EF4-FFF2-40B4-BE49-F238E27FC236}">
                <a16:creationId xmlns:a16="http://schemas.microsoft.com/office/drawing/2014/main" id="{700231D3-C272-556F-D475-C3B3D7F9F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889" y="250718"/>
            <a:ext cx="1107996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AI 정책상담</a:t>
            </a:r>
          </a:p>
        </p:txBody>
      </p:sp>
      <p:sp>
        <p:nvSpPr>
          <p:cNvPr id="46" name="TextBox 45">
            <a:extLst xmlns:a="http://schemas.openxmlformats.org/drawingml/2006/main">
              <a:ext uri="{FF2B5EF4-FFF2-40B4-BE49-F238E27FC236}">
                <a16:creationId xmlns:a16="http://schemas.microsoft.com/office/drawing/2014/main" id="{51D24EE1-E966-FCCA-7F33-B08EE9A22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3220" y="904961"/>
            <a:ext cx="607859" cy="2616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100"/>
              <a:t>질문 입력</a:t>
            </a:r>
            <a:endParaRPr sz="1100"/>
          </a:p>
        </p:txBody>
      </p:sp>
      <p:sp>
        <p:nvSpPr>
          <p:cNvPr id="47" name="TextBox 46">
            <a:extLst xmlns:a="http://schemas.openxmlformats.org/drawingml/2006/main">
              <a:ext uri="{FF2B5EF4-FFF2-40B4-BE49-F238E27FC236}">
                <a16:creationId xmlns:a16="http://schemas.microsoft.com/office/drawing/2014/main" id="{6A1C0DE8-32F0-0C32-BBBC-A8F6DEA30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3220" y="1472396"/>
            <a:ext cx="748923" cy="2616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100"/>
              <a:t>질문 의도</a:t>
            </a:r>
            <a:endParaRPr sz="1100"/>
          </a:p>
        </p:txBody>
      </p:sp>
      <p:sp>
        <p:nvSpPr>
          <p:cNvPr id="48" name="TextBox 47">
            <a:extLst xmlns:a="http://schemas.openxmlformats.org/drawingml/2006/main">
              <a:ext uri="{FF2B5EF4-FFF2-40B4-BE49-F238E27FC236}">
                <a16:creationId xmlns:a16="http://schemas.microsoft.com/office/drawing/2014/main" id="{886820B5-EED8-FA6D-1FF4-EB009740F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3220" y="2044968"/>
            <a:ext cx="1204176" cy="2616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100"/>
              <a:t>근거 검색</a:t>
            </a:r>
            <a:endParaRPr sz="1100"/>
          </a:p>
        </p:txBody>
      </p:sp>
      <p:sp>
        <p:nvSpPr>
          <p:cNvPr id="49" name="TextBox 48">
            <a:extLst xmlns:a="http://schemas.openxmlformats.org/drawingml/2006/main">
              <a:ext uri="{FF2B5EF4-FFF2-40B4-BE49-F238E27FC236}">
                <a16:creationId xmlns:a16="http://schemas.microsoft.com/office/drawing/2014/main" id="{F7E5617A-7BA6-A6F6-EB41-8CD2E55EA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3220" y="2613063"/>
            <a:ext cx="466794" cy="2616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100"/>
              <a:t>AI 답변</a:t>
            </a:r>
            <a:endParaRPr sz="1100"/>
          </a:p>
        </p:txBody>
      </p:sp>
      <p:sp>
        <p:nvSpPr>
          <p:cNvPr id="51" name="TextBox 50">
            <a:extLst xmlns:a="http://schemas.openxmlformats.org/drawingml/2006/main">
              <a:ext uri="{FF2B5EF4-FFF2-40B4-BE49-F238E27FC236}">
                <a16:creationId xmlns:a16="http://schemas.microsoft.com/office/drawing/2014/main" id="{719536E6-D7B4-EE78-8F65-370E1ECC5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3220" y="3181158"/>
            <a:ext cx="922047" cy="2616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100"/>
              <a:t>출처 표시</a:t>
            </a:r>
          </a:p>
        </p:txBody>
      </p:sp>
      <p:sp>
        <p:nvSpPr>
          <p:cNvPr id="52" name="TextBox 51">
            <a:extLst xmlns:a="http://schemas.openxmlformats.org/drawingml/2006/main">
              <a:ext uri="{FF2B5EF4-FFF2-40B4-BE49-F238E27FC236}">
                <a16:creationId xmlns:a16="http://schemas.microsoft.com/office/drawing/2014/main" id="{04BEE536-713E-8D0F-2913-513A6F9F2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3220" y="3749253"/>
            <a:ext cx="607859" cy="2616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100"/>
              <a:t>부족 정보</a:t>
            </a:r>
            <a:endParaRPr sz="1100"/>
          </a:p>
        </p:txBody>
      </p:sp>
      <p:sp>
        <p:nvSpPr>
          <p:cNvPr id="53" name="사각형: 둥근 모서리 52">
            <a:extLst xmlns:a="http://schemas.openxmlformats.org/drawingml/2006/main">
              <a:ext uri="{FF2B5EF4-FFF2-40B4-BE49-F238E27FC236}">
                <a16:creationId xmlns:a16="http://schemas.microsoft.com/office/drawing/2014/main" id="{4BF1CDD4-32B6-1D50-E144-A39B7F222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4693" y="4289272"/>
            <a:ext cx="1667205" cy="28559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bg2">
              <a:lumMod val="5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/>
              <a:t>질문 보내기</a:t>
            </a:r>
          </a:p>
        </p:txBody>
      </p:sp>
      <p:sp>
        <p:nvSpPr>
          <p:cNvPr id="54" name="직사각형 53">
            <a:extLst xmlns:a="http://schemas.openxmlformats.org/drawingml/2006/main">
              <a:ext uri="{FF2B5EF4-FFF2-40B4-BE49-F238E27FC236}">
                <a16:creationId xmlns:a16="http://schemas.microsoft.com/office/drawing/2014/main" id="{583B3065-042D-0EE4-1E6E-BC38A0991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4694" y="904961"/>
            <a:ext cx="1685925" cy="2616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일상 문장 입력</a:t>
            </a:r>
            <a:endParaRPr sz="1100">
              <a:solidFill>
                <a:schemeClr val="tx1"/>
              </a:solidFill>
            </a:endParaRPr>
          </a:p>
        </p:txBody>
      </p:sp>
      <p:sp>
        <p:nvSpPr>
          <p:cNvPr id="55" name="직사각형 54">
            <a:extLst xmlns:a="http://schemas.openxmlformats.org/drawingml/2006/main">
              <a:ext uri="{FF2B5EF4-FFF2-40B4-BE49-F238E27FC236}">
                <a16:creationId xmlns:a16="http://schemas.microsoft.com/office/drawing/2014/main" id="{07B62099-26D6-E4EB-0BAB-0832BFFAA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4694" y="1472396"/>
            <a:ext cx="1685925" cy="2616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조건·분야 분석</a:t>
            </a:r>
            <a:endParaRPr sz="1100">
              <a:solidFill>
                <a:schemeClr val="tx1"/>
              </a:solidFill>
            </a:endParaRPr>
          </a:p>
        </p:txBody>
      </p:sp>
      <p:sp>
        <p:nvSpPr>
          <p:cNvPr id="56" name="직사각형 55">
            <a:extLst xmlns:a="http://schemas.openxmlformats.org/drawingml/2006/main">
              <a:ext uri="{FF2B5EF4-FFF2-40B4-BE49-F238E27FC236}">
                <a16:creationId xmlns:a16="http://schemas.microsoft.com/office/drawing/2014/main" id="{1FB9194B-FAF4-FF1A-B2D3-ACA1B5EBE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5974" y="2039831"/>
            <a:ext cx="1685925" cy="2616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원문 청크 조회</a:t>
            </a:r>
            <a:endParaRPr sz="1100">
              <a:solidFill>
                <a:schemeClr val="tx1"/>
              </a:solidFill>
            </a:endParaRPr>
          </a:p>
        </p:txBody>
      </p:sp>
      <p:sp>
        <p:nvSpPr>
          <p:cNvPr id="57" name="직사각형 56">
            <a:extLst xmlns:a="http://schemas.openxmlformats.org/drawingml/2006/main">
              <a:ext uri="{FF2B5EF4-FFF2-40B4-BE49-F238E27FC236}">
                <a16:creationId xmlns:a16="http://schemas.microsoft.com/office/drawing/2014/main" id="{B66F31FB-12D1-FA23-0250-609C7B2F9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5974" y="2613063"/>
            <a:ext cx="1685925" cy="2616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근거 기반 생성</a:t>
            </a:r>
          </a:p>
        </p:txBody>
      </p:sp>
      <p:sp>
        <p:nvSpPr>
          <p:cNvPr id="58" name="직사각형 57">
            <a:extLst xmlns:a="http://schemas.openxmlformats.org/drawingml/2006/main">
              <a:ext uri="{FF2B5EF4-FFF2-40B4-BE49-F238E27FC236}">
                <a16:creationId xmlns:a16="http://schemas.microsoft.com/office/drawing/2014/main" id="{0EF75571-6533-12E2-3ADF-E488BF69A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5974" y="3153641"/>
            <a:ext cx="1685925" cy="2616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정책·기관·기간</a:t>
            </a:r>
            <a:endParaRPr sz="1100">
              <a:solidFill>
                <a:schemeClr val="tx1"/>
              </a:solidFill>
            </a:endParaRPr>
          </a:p>
        </p:txBody>
      </p:sp>
      <p:sp>
        <p:nvSpPr>
          <p:cNvPr id="59" name="직사각형 58">
            <a:extLst xmlns:a="http://schemas.openxmlformats.org/drawingml/2006/main">
              <a:ext uri="{FF2B5EF4-FFF2-40B4-BE49-F238E27FC236}">
                <a16:creationId xmlns:a16="http://schemas.microsoft.com/office/drawing/2014/main" id="{F2E6E33B-9BBD-DF40-3028-46AC182F7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5974" y="3746818"/>
            <a:ext cx="919601" cy="2616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추가 확인 안내</a:t>
            </a:r>
            <a:endParaRPr sz="1100">
              <a:solidFill>
                <a:schemeClr val="tx1"/>
              </a:solidFill>
            </a:endParaRPr>
          </a:p>
        </p:txBody>
      </p:sp>
      <p:sp>
        <p:nvSpPr>
          <p:cNvPr id="60" name="사각형: 둥근 모서리 59">
            <a:extLst xmlns:a="http://schemas.openxmlformats.org/drawingml/2006/main">
              <a:ext uri="{FF2B5EF4-FFF2-40B4-BE49-F238E27FC236}">
                <a16:creationId xmlns:a16="http://schemas.microsoft.com/office/drawing/2014/main" id="{E1CE4F41-90FD-4E55-05A0-85946499D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2069" y="904961"/>
            <a:ext cx="938981" cy="26161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bg2">
              <a:lumMod val="5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/>
              <a:t>프로필 반영</a:t>
            </a:r>
          </a:p>
        </p:txBody>
      </p:sp>
      <p:sp>
        <p:nvSpPr>
          <p:cNvPr id="61" name="직사각형 60">
            <a:extLst xmlns:a="http://schemas.openxmlformats.org/drawingml/2006/main">
              <a:ext uri="{FF2B5EF4-FFF2-40B4-BE49-F238E27FC236}">
                <a16:creationId xmlns:a16="http://schemas.microsoft.com/office/drawing/2014/main" id="{05CCDA59-ADE6-9A40-054D-9484DC61F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5752" y="3746818"/>
            <a:ext cx="919601" cy="2616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rPr sz="1100">
                <a:solidFill>
                  <a:schemeClr val="tx1"/>
                </a:solidFill>
              </a:rPr>
              <a:t>원문 보기</a:t>
            </a:r>
            <a:endParaRPr sz="1100">
              <a:solidFill>
                <a:schemeClr val="tx1"/>
              </a:solidFill>
            </a:endParaRPr>
          </a:p>
        </p:txBody>
      </p:sp>
      <p:sp>
        <p:nvSpPr>
          <p:cNvPr id="62" name="TextBox 61">
            <a:extLst xmlns:a="http://schemas.openxmlformats.org/drawingml/2006/main">
              <a:ext uri="{FF2B5EF4-FFF2-40B4-BE49-F238E27FC236}">
                <a16:creationId xmlns:a16="http://schemas.microsoft.com/office/drawing/2014/main" id="{2BBED598-0BBD-1792-671F-A447ED637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4448" y="3749253"/>
            <a:ext cx="311304" cy="2616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defRPr sz="75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75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근거</a:t>
            </a:r>
            <a:endParaRPr sz="1100"/>
          </a:p>
        </p:txBody>
      </p:sp>
      <p:sp>
        <p:nvSpPr>
          <p:cNvPr id="75" name="타원 74">
            <a:extLst xmlns:a="http://schemas.openxmlformats.org/drawingml/2006/main">
              <a:ext uri="{FF2B5EF4-FFF2-40B4-BE49-F238E27FC236}">
                <a16:creationId xmlns:a16="http://schemas.microsoft.com/office/drawing/2014/main" id="{51A9C48F-1769-1064-5EBA-CD6BA5BDC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2133" y="904961"/>
            <a:ext cx="223926" cy="22392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00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 b="1">
                <a:solidFill>
                  <a:schemeClr val="bg1"/>
                </a:solidFill>
              </a:rPr>
              <a:t>1</a:t>
            </a:r>
            <a:endParaRPr sz="1400" b="1">
              <a:solidFill>
                <a:schemeClr val="bg1"/>
              </a:solidFill>
            </a:endParaRPr>
          </a:p>
        </p:txBody>
      </p:sp>
      <p:sp>
        <p:nvSpPr>
          <p:cNvPr id="76" name="타원 75">
            <a:extLst xmlns:a="http://schemas.openxmlformats.org/drawingml/2006/main">
              <a:ext uri="{FF2B5EF4-FFF2-40B4-BE49-F238E27FC236}">
                <a16:creationId xmlns:a16="http://schemas.microsoft.com/office/drawing/2014/main" id="{9EB34DAE-9E09-5449-D298-566C8F2A1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2133" y="1478790"/>
            <a:ext cx="223926" cy="22392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00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 b="1">
                <a:solidFill>
                  <a:schemeClr val="bg1"/>
                </a:solidFill>
              </a:rPr>
              <a:t>2</a:t>
            </a:r>
            <a:endParaRPr sz="1400" b="1">
              <a:solidFill>
                <a:schemeClr val="bg1"/>
              </a:solidFill>
            </a:endParaRPr>
          </a:p>
        </p:txBody>
      </p:sp>
      <p:sp>
        <p:nvSpPr>
          <p:cNvPr id="77" name="타원 76">
            <a:extLst xmlns:a="http://schemas.openxmlformats.org/drawingml/2006/main">
              <a:ext uri="{FF2B5EF4-FFF2-40B4-BE49-F238E27FC236}">
                <a16:creationId xmlns:a16="http://schemas.microsoft.com/office/drawing/2014/main" id="{3C82D986-219B-F00F-B5DB-B888ECE89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2133" y="2052619"/>
            <a:ext cx="223926" cy="22392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00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 b="1">
                <a:solidFill>
                  <a:schemeClr val="bg1"/>
                </a:solidFill>
              </a:rPr>
              <a:t>3</a:t>
            </a:r>
            <a:endParaRPr sz="1400" b="1">
              <a:solidFill>
                <a:schemeClr val="bg1"/>
              </a:solidFill>
            </a:endParaRPr>
          </a:p>
        </p:txBody>
      </p:sp>
      <p:sp>
        <p:nvSpPr>
          <p:cNvPr id="78" name="타원 77">
            <a:extLst xmlns:a="http://schemas.openxmlformats.org/drawingml/2006/main">
              <a:ext uri="{FF2B5EF4-FFF2-40B4-BE49-F238E27FC236}">
                <a16:creationId xmlns:a16="http://schemas.microsoft.com/office/drawing/2014/main" id="{109FCB3F-C0C2-A1BF-8CAA-276738E17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2133" y="2656481"/>
            <a:ext cx="223926" cy="22886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00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 b="1">
                <a:solidFill>
                  <a:schemeClr val="bg1"/>
                </a:solidFill>
              </a:rPr>
              <a:t>4</a:t>
            </a:r>
            <a:endParaRPr sz="1400" b="1">
              <a:solidFill>
                <a:schemeClr val="bg1"/>
              </a:solidFill>
            </a:endParaRPr>
          </a:p>
        </p:txBody>
      </p:sp>
      <p:sp>
        <p:nvSpPr>
          <p:cNvPr id="79" name="타원 78">
            <a:extLst xmlns:a="http://schemas.openxmlformats.org/drawingml/2006/main">
              <a:ext uri="{FF2B5EF4-FFF2-40B4-BE49-F238E27FC236}">
                <a16:creationId xmlns:a16="http://schemas.microsoft.com/office/drawing/2014/main" id="{B4DA0951-D500-5B57-5ACD-201E64F0A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2133" y="3172483"/>
            <a:ext cx="223926" cy="22392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00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 b="1">
                <a:solidFill>
                  <a:schemeClr val="bg1"/>
                </a:solidFill>
              </a:rPr>
              <a:t>5</a:t>
            </a:r>
            <a:endParaRPr sz="1400" b="1">
              <a:solidFill>
                <a:schemeClr val="bg1"/>
              </a:solidFill>
            </a:endParaRPr>
          </a:p>
        </p:txBody>
      </p:sp>
      <p:sp>
        <p:nvSpPr>
          <p:cNvPr id="80" name="타원 79">
            <a:extLst xmlns:a="http://schemas.openxmlformats.org/drawingml/2006/main">
              <a:ext uri="{FF2B5EF4-FFF2-40B4-BE49-F238E27FC236}">
                <a16:creationId xmlns:a16="http://schemas.microsoft.com/office/drawing/2014/main" id="{AD0A111E-2E89-823C-4BF8-84982E008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2133" y="3765660"/>
            <a:ext cx="223926" cy="22392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00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 b="1">
                <a:solidFill>
                  <a:schemeClr val="bg1"/>
                </a:solidFill>
              </a:rPr>
              <a:t>6</a:t>
            </a:r>
            <a:endParaRPr sz="1400" b="1">
              <a:solidFill>
                <a:schemeClr val="bg1"/>
              </a:solidFill>
            </a:endParaRPr>
          </a:p>
        </p:txBody>
      </p:sp>
      <p:sp>
        <p:nvSpPr>
          <p:cNvPr id="81" name="타원 80">
            <a:extLst xmlns:a="http://schemas.openxmlformats.org/drawingml/2006/main">
              <a:ext uri="{FF2B5EF4-FFF2-40B4-BE49-F238E27FC236}">
                <a16:creationId xmlns:a16="http://schemas.microsoft.com/office/drawing/2014/main" id="{DE2695AB-5E1D-BE8B-8B70-8643CA811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4675" y="770983"/>
            <a:ext cx="223926" cy="22392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00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 b="1">
                <a:solidFill>
                  <a:schemeClr val="bg1"/>
                </a:solidFill>
              </a:rPr>
              <a:t>7</a:t>
            </a:r>
            <a:endParaRPr sz="1400" b="1">
              <a:solidFill>
                <a:schemeClr val="bg1"/>
              </a:solidFill>
            </a:endParaRPr>
          </a:p>
        </p:txBody>
      </p:sp>
      <p:sp>
        <p:nvSpPr>
          <p:cNvPr id="82" name="타원 81">
            <a:extLst xmlns:a="http://schemas.openxmlformats.org/drawingml/2006/main">
              <a:ext uri="{FF2B5EF4-FFF2-40B4-BE49-F238E27FC236}">
                <a16:creationId xmlns:a16="http://schemas.microsoft.com/office/drawing/2014/main" id="{5606C5DC-C2DF-743A-FC08-9B4686404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3789" y="3632420"/>
            <a:ext cx="223926" cy="22392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00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 b="1">
                <a:solidFill>
                  <a:schemeClr val="bg1"/>
                </a:solidFill>
              </a:rPr>
              <a:t>8</a:t>
            </a:r>
            <a:endParaRPr sz="1400" b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0962209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직사각형 3">
            <a:extLst xmlns:a="http://schemas.openxmlformats.org/drawingml/2006/main">
              <a:ext uri="{FF2B5EF4-FFF2-40B4-BE49-F238E27FC236}">
                <a16:creationId xmlns:a16="http://schemas.microsoft.com/office/drawing/2014/main" id="{17CCAA0A-5307-48D3-9858-F46440A1D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"/>
            <a:ext cx="2743201" cy="68579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0D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600"/>
          </a:p>
        </p:txBody>
      </p:sp>
      <p:sp>
        <p:nvSpPr>
          <p:cNvPr id="17" name="직사각형 16">
            <a:extLst xmlns:a="http://schemas.openxmlformats.org/drawingml/2006/main">
              <a:ext uri="{FF2B5EF4-FFF2-40B4-BE49-F238E27FC236}">
                <a16:creationId xmlns:a16="http://schemas.microsoft.com/office/drawing/2014/main" id="{F2EE50EF-1C64-4D24-A8FC-FEB31ECAB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5172074"/>
            <a:ext cx="7162799" cy="168592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600"/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17EFCDDE-1130-408D-9BF1-4DAA52C21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0037" y="5412546"/>
            <a:ext cx="1005403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600" b="1"/>
              <a:t>화면설명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0DBB6D9D-7151-48F9-9712-A4D8DDC0A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0036" y="5781724"/>
            <a:ext cx="6687844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200"/>
              <a:t>① 관심 정책을 저장·삭제하고 상세 화면으로 이동한다.</a:t>
            </a:r>
          </a:p>
          <a:p xmlns:a="http://schemas.openxmlformats.org/drawingml/2006/main">
            <a:r>
              <a:rPr sz="1200"/>
              <a:t>② 마감 임박·내용 변경·신규 정책 알림을 확인한다.</a:t>
            </a:r>
          </a:p>
          <a:p xmlns:a="http://schemas.openxmlformats.org/drawingml/2006/main">
            <a:r>
              <a:rPr sz="1200"/>
              <a:t>③ 알림 수신 여부와 읽음 상태를 관리한다.</a:t>
            </a:r>
          </a:p>
          <a:p xmlns:a="http://schemas.openxmlformats.org/drawingml/2006/main">
            <a:r>
              <a:rPr sz="1200"/>
              <a:t>④ 중복 저장 시 기존 저장 상태를 유지한다.</a:t>
            </a:r>
          </a:p>
        </p:txBody>
      </p:sp>
      <p:sp>
        <p:nvSpPr>
          <p:cNvPr id="2" name="직사각형 1">
            <a:extLst xmlns:a="http://schemas.openxmlformats.org/drawingml/2006/main">
              <a:ext uri="{FF2B5EF4-FFF2-40B4-BE49-F238E27FC236}">
                <a16:creationId xmlns:a16="http://schemas.microsoft.com/office/drawing/2014/main" id="{2C5E6D3A-1F98-A7A1-F76B-3DF2DF7FF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"/>
            <a:ext cx="2743201" cy="685799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6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600"/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684C5B66-E2BA-C71B-F0E8-C823E79C1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86056" y="435384"/>
            <a:ext cx="872355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600" b="1">
                <a:solidFill>
                  <a:schemeClr val="bg1"/>
                </a:solidFill>
              </a:rPr>
              <a:t>화면 </a:t>
            </a:r>
            <a:r>
              <a:rPr sz="1600" b="1">
                <a:solidFill>
                  <a:schemeClr val="bg1"/>
                </a:solidFill>
              </a:rPr>
              <a:t>ID </a:t>
            </a:r>
            <a:endParaRPr sz="1600" b="1">
              <a:solidFill>
                <a:schemeClr val="bg1"/>
              </a:solidFill>
            </a:endParaR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069BD7A6-F08F-9C73-39AB-FF7DE37F1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86056" y="766462"/>
            <a:ext cx="2171089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200">
                <a:solidFill>
                  <a:schemeClr val="bg1"/>
                </a:solidFill>
              </a:rPr>
              <a:t>WISHLIST_ALERT_01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F27DB6E3-593C-2CD3-6CB3-2796D0833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86056" y="1318508"/>
            <a:ext cx="1005403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600" b="1">
                <a:solidFill>
                  <a:schemeClr val="bg1"/>
                </a:solidFill>
              </a:rPr>
              <a:t>화면이름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18537E69-BBEC-9364-0126-0BB4E7ED4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86056" y="1649586"/>
            <a:ext cx="2171089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200">
                <a:solidFill>
                  <a:schemeClr val="bg1"/>
                </a:solidFill>
              </a:rPr>
              <a:t>위시리스트·알림</a:t>
            </a:r>
            <a:endParaRPr sz="1200">
              <a:solidFill>
                <a:schemeClr val="bg1"/>
              </a:solidFill>
            </a:endParaRP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FE6A5A0E-6213-1221-0832-D874A4969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86056" y="2386298"/>
            <a:ext cx="1898277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600" b="1">
                <a:solidFill>
                  <a:schemeClr val="bg1"/>
                </a:solidFill>
              </a:rPr>
              <a:t>관련</a:t>
            </a:r>
            <a:r>
              <a:rPr sz="1600" b="1">
                <a:solidFill>
                  <a:schemeClr val="bg1"/>
                </a:solidFill>
              </a:rPr>
              <a:t> </a:t>
            </a:r>
            <a:r>
              <a:rPr sz="1600" b="1">
                <a:solidFill>
                  <a:schemeClr val="bg1"/>
                </a:solidFill>
              </a:rPr>
              <a:t>유스케이스</a:t>
            </a:r>
            <a:r>
              <a:rPr sz="1600" b="1">
                <a:solidFill>
                  <a:schemeClr val="bg1"/>
                </a:solidFill>
              </a:rPr>
              <a:t> </a:t>
            </a:r>
            <a:r>
              <a:rPr sz="1600" b="1">
                <a:solidFill>
                  <a:schemeClr val="bg1"/>
                </a:solidFill>
              </a:rPr>
              <a:t>ID</a:t>
            </a:r>
            <a:endParaRPr sz="1600" b="1">
              <a:solidFill>
                <a:schemeClr val="bg1"/>
              </a:solidFill>
            </a:endParaRP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F61305A1-4EF3-9CC6-66B6-231F2BB6D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86056" y="2717376"/>
            <a:ext cx="2171089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200">
                <a:solidFill>
                  <a:schemeClr val="bg1"/>
                </a:solidFill>
              </a:rPr>
              <a:t>MST_600</a:t>
            </a: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01AD7CA1-2A77-6AF6-AE7A-F3255BAE2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86056" y="5814539"/>
            <a:ext cx="800219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600" b="1">
                <a:solidFill>
                  <a:schemeClr val="bg1"/>
                </a:solidFill>
              </a:rPr>
              <a:t>작성자</a:t>
            </a: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6AB5618F-88F0-F1D6-6CB8-FB97C8241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86056" y="6145617"/>
            <a:ext cx="2171089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200">
                <a:solidFill>
                  <a:schemeClr val="bg1"/>
                </a:solidFill>
              </a:rPr>
              <a:t>민경석 외 3명</a:t>
            </a:r>
            <a:endParaRPr sz="1200">
              <a:solidFill>
                <a:schemeClr val="bg1"/>
              </a:solidFill>
            </a:endParaRPr>
          </a:p>
        </p:txBody>
      </p:sp>
      <p:sp>
        <p:nvSpPr>
          <p:cNvPr id="40" name="TextBox 39">
            <a:extLst xmlns:a="http://schemas.openxmlformats.org/drawingml/2006/main">
              <a:ext uri="{FF2B5EF4-FFF2-40B4-BE49-F238E27FC236}">
                <a16:creationId xmlns:a16="http://schemas.microsoft.com/office/drawing/2014/main" id="{386070AB-656E-35FF-C9DB-75734CAA4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86055" y="3290063"/>
            <a:ext cx="1005403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600" b="1">
                <a:solidFill>
                  <a:schemeClr val="bg1"/>
                </a:solidFill>
              </a:rPr>
              <a:t>화면개요</a:t>
            </a:r>
          </a:p>
        </p:txBody>
      </p:sp>
      <p:sp>
        <p:nvSpPr>
          <p:cNvPr id="41" name="TextBox 40">
            <a:extLst xmlns:a="http://schemas.openxmlformats.org/drawingml/2006/main">
              <a:ext uri="{FF2B5EF4-FFF2-40B4-BE49-F238E27FC236}">
                <a16:creationId xmlns:a16="http://schemas.microsoft.com/office/drawing/2014/main" id="{1D06E145-6BA5-8E97-9DA2-64AAA20B9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86055" y="3621141"/>
            <a:ext cx="2171089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200">
                <a:solidFill>
                  <a:schemeClr val="bg1"/>
                </a:solidFill>
              </a:rPr>
              <a:t>관심 정책과 변경·마감 알림을 관리</a:t>
            </a:r>
            <a:endParaRPr sz="1200">
              <a:solidFill>
                <a:schemeClr val="bg1"/>
              </a:solidFill>
            </a:endParaRPr>
          </a:p>
        </p:txBody>
      </p:sp>
      <p:sp>
        <p:nvSpPr>
          <p:cNvPr id="43" name="TextBox 42">
            <a:extLst xmlns:a="http://schemas.openxmlformats.org/drawingml/2006/main">
              <a:ext uri="{FF2B5EF4-FFF2-40B4-BE49-F238E27FC236}">
                <a16:creationId xmlns:a16="http://schemas.microsoft.com/office/drawing/2014/main" id="{749DC042-DED4-273C-0554-67E51257F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86055" y="4504265"/>
            <a:ext cx="1098173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600" b="1">
                <a:solidFill>
                  <a:schemeClr val="bg1"/>
                </a:solidFill>
              </a:rPr>
              <a:t>메뉴경로</a:t>
            </a:r>
          </a:p>
        </p:txBody>
      </p:sp>
      <p:sp>
        <p:nvSpPr>
          <p:cNvPr id="44" name="TextBox 43">
            <a:extLst xmlns:a="http://schemas.openxmlformats.org/drawingml/2006/main">
              <a:ext uri="{FF2B5EF4-FFF2-40B4-BE49-F238E27FC236}">
                <a16:creationId xmlns:a16="http://schemas.microsoft.com/office/drawing/2014/main" id="{B39A8AB4-D95E-0C4C-97FE-B8E59B4A6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86055" y="4835343"/>
            <a:ext cx="2371420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200">
                <a:solidFill>
                  <a:schemeClr val="bg1"/>
                </a:solidFill>
              </a:rPr>
              <a:t>메인/위시리스트</a:t>
            </a:r>
            <a:endParaRPr sz="1200">
              <a:solidFill>
                <a:schemeClr val="bg1"/>
              </a:solidFill>
            </a:endParaRPr>
          </a:p>
        </p:txBody>
      </p:sp>
      <p:sp>
        <p:nvSpPr>
          <p:cNvPr id="45" name="TextBox 44">
            <a:extLst xmlns:a="http://schemas.openxmlformats.org/drawingml/2006/main">
              <a:ext uri="{FF2B5EF4-FFF2-40B4-BE49-F238E27FC236}">
                <a16:creationId xmlns:a16="http://schemas.microsoft.com/office/drawing/2014/main" id="{700231D3-C272-556F-D475-C3B3D7F9F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889" y="250718"/>
            <a:ext cx="1107996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관심 정책</a:t>
            </a:r>
          </a:p>
        </p:txBody>
      </p:sp>
      <p:sp>
        <p:nvSpPr>
          <p:cNvPr id="46" name="TextBox 45">
            <a:extLst xmlns:a="http://schemas.openxmlformats.org/drawingml/2006/main">
              <a:ext uri="{FF2B5EF4-FFF2-40B4-BE49-F238E27FC236}">
                <a16:creationId xmlns:a16="http://schemas.microsoft.com/office/drawing/2014/main" id="{51D24EE1-E966-FCCA-7F33-B08EE9A22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3220" y="904961"/>
            <a:ext cx="607859" cy="2616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100"/>
              <a:t>저장 정책</a:t>
            </a:r>
            <a:endParaRPr sz="1100"/>
          </a:p>
        </p:txBody>
      </p:sp>
      <p:sp>
        <p:nvSpPr>
          <p:cNvPr id="47" name="TextBox 46">
            <a:extLst xmlns:a="http://schemas.openxmlformats.org/drawingml/2006/main">
              <a:ext uri="{FF2B5EF4-FFF2-40B4-BE49-F238E27FC236}">
                <a16:creationId xmlns:a16="http://schemas.microsoft.com/office/drawing/2014/main" id="{6A1C0DE8-32F0-0C32-BBBC-A8F6DEA30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3220" y="1472396"/>
            <a:ext cx="748923" cy="2616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100"/>
              <a:t>마감 임박</a:t>
            </a:r>
            <a:endParaRPr sz="1100"/>
          </a:p>
        </p:txBody>
      </p:sp>
      <p:sp>
        <p:nvSpPr>
          <p:cNvPr id="48" name="TextBox 47">
            <a:extLst xmlns:a="http://schemas.openxmlformats.org/drawingml/2006/main">
              <a:ext uri="{FF2B5EF4-FFF2-40B4-BE49-F238E27FC236}">
                <a16:creationId xmlns:a16="http://schemas.microsoft.com/office/drawing/2014/main" id="{886820B5-EED8-FA6D-1FF4-EB009740F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3220" y="2044968"/>
            <a:ext cx="1204176" cy="2616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100"/>
              <a:t>내용 변경</a:t>
            </a:r>
            <a:endParaRPr sz="1100"/>
          </a:p>
        </p:txBody>
      </p:sp>
      <p:sp>
        <p:nvSpPr>
          <p:cNvPr id="49" name="TextBox 48">
            <a:extLst xmlns:a="http://schemas.openxmlformats.org/drawingml/2006/main">
              <a:ext uri="{FF2B5EF4-FFF2-40B4-BE49-F238E27FC236}">
                <a16:creationId xmlns:a16="http://schemas.microsoft.com/office/drawing/2014/main" id="{F7E5617A-7BA6-A6F6-EB41-8CD2E55EA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3220" y="2613063"/>
            <a:ext cx="466794" cy="2616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100"/>
              <a:t>신규 정책</a:t>
            </a:r>
            <a:endParaRPr sz="1100"/>
          </a:p>
        </p:txBody>
      </p:sp>
      <p:sp>
        <p:nvSpPr>
          <p:cNvPr id="51" name="TextBox 50">
            <a:extLst xmlns:a="http://schemas.openxmlformats.org/drawingml/2006/main">
              <a:ext uri="{FF2B5EF4-FFF2-40B4-BE49-F238E27FC236}">
                <a16:creationId xmlns:a16="http://schemas.microsoft.com/office/drawing/2014/main" id="{719536E6-D7B4-EE78-8F65-370E1ECC5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3220" y="3181158"/>
            <a:ext cx="922047" cy="2616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100"/>
              <a:t>수신 설정</a:t>
            </a:r>
          </a:p>
        </p:txBody>
      </p:sp>
      <p:sp>
        <p:nvSpPr>
          <p:cNvPr id="52" name="TextBox 51">
            <a:extLst xmlns:a="http://schemas.openxmlformats.org/drawingml/2006/main">
              <a:ext uri="{FF2B5EF4-FFF2-40B4-BE49-F238E27FC236}">
                <a16:creationId xmlns:a16="http://schemas.microsoft.com/office/drawing/2014/main" id="{04BEE536-713E-8D0F-2913-513A6F9F2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3220" y="3749253"/>
            <a:ext cx="607859" cy="2616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100"/>
              <a:t>읽음 상태</a:t>
            </a:r>
            <a:endParaRPr sz="1100"/>
          </a:p>
        </p:txBody>
      </p:sp>
      <p:sp>
        <p:nvSpPr>
          <p:cNvPr id="53" name="사각형: 둥근 모서리 52">
            <a:extLst xmlns:a="http://schemas.openxmlformats.org/drawingml/2006/main">
              <a:ext uri="{FF2B5EF4-FFF2-40B4-BE49-F238E27FC236}">
                <a16:creationId xmlns:a16="http://schemas.microsoft.com/office/drawing/2014/main" id="{4BF1CDD4-32B6-1D50-E144-A39B7F222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4693" y="4289272"/>
            <a:ext cx="1667205" cy="28559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bg2">
              <a:lumMod val="5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/>
              <a:t>알림 설정</a:t>
            </a:r>
          </a:p>
        </p:txBody>
      </p:sp>
      <p:sp>
        <p:nvSpPr>
          <p:cNvPr id="54" name="직사각형 53">
            <a:extLst xmlns:a="http://schemas.openxmlformats.org/drawingml/2006/main">
              <a:ext uri="{FF2B5EF4-FFF2-40B4-BE49-F238E27FC236}">
                <a16:creationId xmlns:a16="http://schemas.microsoft.com/office/drawing/2014/main" id="{583B3065-042D-0EE4-1E6E-BC38A0991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4694" y="904961"/>
            <a:ext cx="1685925" cy="2616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정책 목록</a:t>
            </a:r>
            <a:endParaRPr sz="1100">
              <a:solidFill>
                <a:schemeClr val="tx1"/>
              </a:solidFill>
            </a:endParaRPr>
          </a:p>
        </p:txBody>
      </p:sp>
      <p:sp>
        <p:nvSpPr>
          <p:cNvPr id="55" name="직사각형 54">
            <a:extLst xmlns:a="http://schemas.openxmlformats.org/drawingml/2006/main">
              <a:ext uri="{FF2B5EF4-FFF2-40B4-BE49-F238E27FC236}">
                <a16:creationId xmlns:a16="http://schemas.microsoft.com/office/drawing/2014/main" id="{07B62099-26D6-E4EB-0BAB-0832BFFAA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4694" y="1472396"/>
            <a:ext cx="1685925" cy="2616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D-7 · D-3 · D-1</a:t>
            </a:r>
            <a:endParaRPr sz="1100">
              <a:solidFill>
                <a:schemeClr val="tx1"/>
              </a:solidFill>
            </a:endParaRPr>
          </a:p>
        </p:txBody>
      </p:sp>
      <p:sp>
        <p:nvSpPr>
          <p:cNvPr id="56" name="직사각형 55">
            <a:extLst xmlns:a="http://schemas.openxmlformats.org/drawingml/2006/main">
              <a:ext uri="{FF2B5EF4-FFF2-40B4-BE49-F238E27FC236}">
                <a16:creationId xmlns:a16="http://schemas.microsoft.com/office/drawing/2014/main" id="{1FB9194B-FAF4-FF1A-B2D3-ACA1B5EBE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5974" y="2039831"/>
            <a:ext cx="1685925" cy="2616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변경 항목 강조</a:t>
            </a:r>
            <a:endParaRPr sz="1100">
              <a:solidFill>
                <a:schemeClr val="tx1"/>
              </a:solidFill>
            </a:endParaRPr>
          </a:p>
        </p:txBody>
      </p:sp>
      <p:sp>
        <p:nvSpPr>
          <p:cNvPr id="57" name="직사각형 56">
            <a:extLst xmlns:a="http://schemas.openxmlformats.org/drawingml/2006/main">
              <a:ext uri="{FF2B5EF4-FFF2-40B4-BE49-F238E27FC236}">
                <a16:creationId xmlns:a16="http://schemas.microsoft.com/office/drawing/2014/main" id="{B66F31FB-12D1-FA23-0250-609C7B2F9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5974" y="2613063"/>
            <a:ext cx="1685925" cy="2616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조건 일치 알림</a:t>
            </a:r>
          </a:p>
        </p:txBody>
      </p:sp>
      <p:sp>
        <p:nvSpPr>
          <p:cNvPr id="58" name="직사각형 57">
            <a:extLst xmlns:a="http://schemas.openxmlformats.org/drawingml/2006/main">
              <a:ext uri="{FF2B5EF4-FFF2-40B4-BE49-F238E27FC236}">
                <a16:creationId xmlns:a16="http://schemas.microsoft.com/office/drawing/2014/main" id="{0EF75571-6533-12E2-3ADF-E488BF69A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5974" y="3153641"/>
            <a:ext cx="1685925" cy="2616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켜기/끄기</a:t>
            </a:r>
            <a:endParaRPr sz="1100">
              <a:solidFill>
                <a:schemeClr val="tx1"/>
              </a:solidFill>
            </a:endParaRPr>
          </a:p>
        </p:txBody>
      </p:sp>
      <p:sp>
        <p:nvSpPr>
          <p:cNvPr id="59" name="직사각형 58">
            <a:extLst xmlns:a="http://schemas.openxmlformats.org/drawingml/2006/main">
              <a:ext uri="{FF2B5EF4-FFF2-40B4-BE49-F238E27FC236}">
                <a16:creationId xmlns:a16="http://schemas.microsoft.com/office/drawing/2014/main" id="{F2E6E33B-9BBD-DF40-3028-46AC182F7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5974" y="3746818"/>
            <a:ext cx="919601" cy="2616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읽음 처리</a:t>
            </a:r>
            <a:endParaRPr sz="1100">
              <a:solidFill>
                <a:schemeClr val="tx1"/>
              </a:solidFill>
            </a:endParaRPr>
          </a:p>
        </p:txBody>
      </p:sp>
      <p:sp>
        <p:nvSpPr>
          <p:cNvPr id="60" name="사각형: 둥근 모서리 59">
            <a:extLst xmlns:a="http://schemas.openxmlformats.org/drawingml/2006/main">
              <a:ext uri="{FF2B5EF4-FFF2-40B4-BE49-F238E27FC236}">
                <a16:creationId xmlns:a16="http://schemas.microsoft.com/office/drawing/2014/main" id="{E1CE4F41-90FD-4E55-05A0-85946499D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2069" y="904961"/>
            <a:ext cx="938981" cy="26161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bg2">
              <a:lumMod val="5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/>
              <a:t>정책 상세</a:t>
            </a:r>
          </a:p>
        </p:txBody>
      </p:sp>
      <p:sp>
        <p:nvSpPr>
          <p:cNvPr id="61" name="직사각형 60">
            <a:extLst xmlns:a="http://schemas.openxmlformats.org/drawingml/2006/main">
              <a:ext uri="{FF2B5EF4-FFF2-40B4-BE49-F238E27FC236}">
                <a16:creationId xmlns:a16="http://schemas.microsoft.com/office/drawing/2014/main" id="{05CCDA59-ADE6-9A40-054D-9484DC61F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5752" y="3746818"/>
            <a:ext cx="919601" cy="2616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rPr sz="1100">
                <a:solidFill>
                  <a:schemeClr val="tx1"/>
                </a:solidFill>
              </a:rPr>
              <a:t>저장 삭제</a:t>
            </a:r>
            <a:endParaRPr sz="1100">
              <a:solidFill>
                <a:schemeClr val="tx1"/>
              </a:solidFill>
            </a:endParaRPr>
          </a:p>
        </p:txBody>
      </p:sp>
      <p:sp>
        <p:nvSpPr>
          <p:cNvPr id="62" name="TextBox 61">
            <a:extLst xmlns:a="http://schemas.openxmlformats.org/drawingml/2006/main">
              <a:ext uri="{FF2B5EF4-FFF2-40B4-BE49-F238E27FC236}">
                <a16:creationId xmlns:a16="http://schemas.microsoft.com/office/drawing/2014/main" id="{2BBED598-0BBD-1792-671F-A447ED637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4448" y="3749253"/>
            <a:ext cx="311304" cy="2616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defRPr sz="75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75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관리</a:t>
            </a:r>
            <a:endParaRPr sz="1100"/>
          </a:p>
        </p:txBody>
      </p:sp>
      <p:sp>
        <p:nvSpPr>
          <p:cNvPr id="75" name="타원 74">
            <a:extLst xmlns:a="http://schemas.openxmlformats.org/drawingml/2006/main">
              <a:ext uri="{FF2B5EF4-FFF2-40B4-BE49-F238E27FC236}">
                <a16:creationId xmlns:a16="http://schemas.microsoft.com/office/drawing/2014/main" id="{51A9C48F-1769-1064-5EBA-CD6BA5BDC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2133" y="904961"/>
            <a:ext cx="223926" cy="22392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00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 b="1">
                <a:solidFill>
                  <a:schemeClr val="bg1"/>
                </a:solidFill>
              </a:rPr>
              <a:t>1</a:t>
            </a:r>
            <a:endParaRPr sz="1400" b="1">
              <a:solidFill>
                <a:schemeClr val="bg1"/>
              </a:solidFill>
            </a:endParaRPr>
          </a:p>
        </p:txBody>
      </p:sp>
      <p:sp>
        <p:nvSpPr>
          <p:cNvPr id="76" name="타원 75">
            <a:extLst xmlns:a="http://schemas.openxmlformats.org/drawingml/2006/main">
              <a:ext uri="{FF2B5EF4-FFF2-40B4-BE49-F238E27FC236}">
                <a16:creationId xmlns:a16="http://schemas.microsoft.com/office/drawing/2014/main" id="{9EB34DAE-9E09-5449-D298-566C8F2A1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2133" y="1478790"/>
            <a:ext cx="223926" cy="22392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00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 b="1">
                <a:solidFill>
                  <a:schemeClr val="bg1"/>
                </a:solidFill>
              </a:rPr>
              <a:t>2</a:t>
            </a:r>
            <a:endParaRPr sz="1400" b="1">
              <a:solidFill>
                <a:schemeClr val="bg1"/>
              </a:solidFill>
            </a:endParaRPr>
          </a:p>
        </p:txBody>
      </p:sp>
      <p:sp>
        <p:nvSpPr>
          <p:cNvPr id="77" name="타원 76">
            <a:extLst xmlns:a="http://schemas.openxmlformats.org/drawingml/2006/main">
              <a:ext uri="{FF2B5EF4-FFF2-40B4-BE49-F238E27FC236}">
                <a16:creationId xmlns:a16="http://schemas.microsoft.com/office/drawing/2014/main" id="{3C82D986-219B-F00F-B5DB-B888ECE89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2133" y="2052619"/>
            <a:ext cx="223926" cy="22392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00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 b="1">
                <a:solidFill>
                  <a:schemeClr val="bg1"/>
                </a:solidFill>
              </a:rPr>
              <a:t>3</a:t>
            </a:r>
            <a:endParaRPr sz="1400" b="1">
              <a:solidFill>
                <a:schemeClr val="bg1"/>
              </a:solidFill>
            </a:endParaRPr>
          </a:p>
        </p:txBody>
      </p:sp>
      <p:sp>
        <p:nvSpPr>
          <p:cNvPr id="78" name="타원 77">
            <a:extLst xmlns:a="http://schemas.openxmlformats.org/drawingml/2006/main">
              <a:ext uri="{FF2B5EF4-FFF2-40B4-BE49-F238E27FC236}">
                <a16:creationId xmlns:a16="http://schemas.microsoft.com/office/drawing/2014/main" id="{109FCB3F-C0C2-A1BF-8CAA-276738E17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2133" y="2656481"/>
            <a:ext cx="223926" cy="22886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00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 b="1">
                <a:solidFill>
                  <a:schemeClr val="bg1"/>
                </a:solidFill>
              </a:rPr>
              <a:t>4</a:t>
            </a:r>
            <a:endParaRPr sz="1400" b="1">
              <a:solidFill>
                <a:schemeClr val="bg1"/>
              </a:solidFill>
            </a:endParaRPr>
          </a:p>
        </p:txBody>
      </p:sp>
      <p:sp>
        <p:nvSpPr>
          <p:cNvPr id="79" name="타원 78">
            <a:extLst xmlns:a="http://schemas.openxmlformats.org/drawingml/2006/main">
              <a:ext uri="{FF2B5EF4-FFF2-40B4-BE49-F238E27FC236}">
                <a16:creationId xmlns:a16="http://schemas.microsoft.com/office/drawing/2014/main" id="{B4DA0951-D500-5B57-5ACD-201E64F0A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2133" y="3172483"/>
            <a:ext cx="223926" cy="22392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00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 b="1">
                <a:solidFill>
                  <a:schemeClr val="bg1"/>
                </a:solidFill>
              </a:rPr>
              <a:t>5</a:t>
            </a:r>
            <a:endParaRPr sz="1400" b="1">
              <a:solidFill>
                <a:schemeClr val="bg1"/>
              </a:solidFill>
            </a:endParaRPr>
          </a:p>
        </p:txBody>
      </p:sp>
      <p:sp>
        <p:nvSpPr>
          <p:cNvPr id="80" name="타원 79">
            <a:extLst xmlns:a="http://schemas.openxmlformats.org/drawingml/2006/main">
              <a:ext uri="{FF2B5EF4-FFF2-40B4-BE49-F238E27FC236}">
                <a16:creationId xmlns:a16="http://schemas.microsoft.com/office/drawing/2014/main" id="{AD0A111E-2E89-823C-4BF8-84982E008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2133" y="3765660"/>
            <a:ext cx="223926" cy="22392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00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 b="1">
                <a:solidFill>
                  <a:schemeClr val="bg1"/>
                </a:solidFill>
              </a:rPr>
              <a:t>6</a:t>
            </a:r>
            <a:endParaRPr sz="1400" b="1">
              <a:solidFill>
                <a:schemeClr val="bg1"/>
              </a:solidFill>
            </a:endParaRPr>
          </a:p>
        </p:txBody>
      </p:sp>
      <p:sp>
        <p:nvSpPr>
          <p:cNvPr id="81" name="타원 80">
            <a:extLst xmlns:a="http://schemas.openxmlformats.org/drawingml/2006/main">
              <a:ext uri="{FF2B5EF4-FFF2-40B4-BE49-F238E27FC236}">
                <a16:creationId xmlns:a16="http://schemas.microsoft.com/office/drawing/2014/main" id="{DE2695AB-5E1D-BE8B-8B70-8643CA811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4675" y="770983"/>
            <a:ext cx="223926" cy="22392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00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 b="1">
                <a:solidFill>
                  <a:schemeClr val="bg1"/>
                </a:solidFill>
              </a:rPr>
              <a:t>7</a:t>
            </a:r>
            <a:endParaRPr sz="1400" b="1">
              <a:solidFill>
                <a:schemeClr val="bg1"/>
              </a:solidFill>
            </a:endParaRPr>
          </a:p>
        </p:txBody>
      </p:sp>
      <p:sp>
        <p:nvSpPr>
          <p:cNvPr id="82" name="타원 81">
            <a:extLst xmlns:a="http://schemas.openxmlformats.org/drawingml/2006/main">
              <a:ext uri="{FF2B5EF4-FFF2-40B4-BE49-F238E27FC236}">
                <a16:creationId xmlns:a16="http://schemas.microsoft.com/office/drawing/2014/main" id="{5606C5DC-C2DF-743A-FC08-9B4686404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3789" y="3632420"/>
            <a:ext cx="223926" cy="22392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00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 b="1">
                <a:solidFill>
                  <a:schemeClr val="bg1"/>
                </a:solidFill>
              </a:rPr>
              <a:t>8</a:t>
            </a:r>
            <a:endParaRPr sz="1400" b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0962209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직사각형 3">
            <a:extLst xmlns:a="http://schemas.openxmlformats.org/drawingml/2006/main">
              <a:ext uri="{FF2B5EF4-FFF2-40B4-BE49-F238E27FC236}">
                <a16:creationId xmlns:a16="http://schemas.microsoft.com/office/drawing/2014/main" id="{17CCAA0A-5307-48D3-9858-F46440A1D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"/>
            <a:ext cx="2743201" cy="68579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0D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600"/>
          </a:p>
        </p:txBody>
      </p:sp>
      <p:sp>
        <p:nvSpPr>
          <p:cNvPr id="17" name="직사각형 16">
            <a:extLst xmlns:a="http://schemas.openxmlformats.org/drawingml/2006/main">
              <a:ext uri="{FF2B5EF4-FFF2-40B4-BE49-F238E27FC236}">
                <a16:creationId xmlns:a16="http://schemas.microsoft.com/office/drawing/2014/main" id="{F2EE50EF-1C64-4D24-A8FC-FEB31ECAB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5172074"/>
            <a:ext cx="7162799" cy="168592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600"/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17EFCDDE-1130-408D-9BF1-4DAA52C21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0037" y="5412546"/>
            <a:ext cx="1005403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600" b="1"/>
              <a:t>화면설명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0DBB6D9D-7151-48F9-9712-A4D8DDC0A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0036" y="5781724"/>
            <a:ext cx="6687844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200"/>
              <a:t>① 원문·첨부 양식에서 문항과 증빙서류를 추출한다.</a:t>
            </a:r>
          </a:p>
          <a:p xmlns:a="http://schemas.openxmlformats.org/drawingml/2006/main">
            <a:r>
              <a:rPr sz="1200"/>
              <a:t>② 각 항목에 필수 여부·발급처·유효기간·근거를 표시한다.</a:t>
            </a:r>
          </a:p>
          <a:p xmlns:a="http://schemas.openxmlformats.org/drawingml/2006/main">
            <a:r>
              <a:rPr sz="1200"/>
              <a:t>③ 사용자가 준비 상태와 메모를 직접 변경한다.</a:t>
            </a:r>
          </a:p>
          <a:p xmlns:a="http://schemas.openxmlformats.org/drawingml/2006/main">
            <a:r>
              <a:rPr sz="1200"/>
              <a:t>④ 추출이 불확실하면 확인 필요와 수동 입력을 제공한다.</a:t>
            </a:r>
          </a:p>
        </p:txBody>
      </p:sp>
      <p:sp>
        <p:nvSpPr>
          <p:cNvPr id="2" name="직사각형 1">
            <a:extLst xmlns:a="http://schemas.openxmlformats.org/drawingml/2006/main">
              <a:ext uri="{FF2B5EF4-FFF2-40B4-BE49-F238E27FC236}">
                <a16:creationId xmlns:a16="http://schemas.microsoft.com/office/drawing/2014/main" id="{2C5E6D3A-1F98-A7A1-F76B-3DF2DF7FF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"/>
            <a:ext cx="2743201" cy="685799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6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600"/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684C5B66-E2BA-C71B-F0E8-C823E79C1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86056" y="435384"/>
            <a:ext cx="872355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600" b="1">
                <a:solidFill>
                  <a:schemeClr val="bg1"/>
                </a:solidFill>
              </a:rPr>
              <a:t>화면 </a:t>
            </a:r>
            <a:r>
              <a:rPr sz="1600" b="1">
                <a:solidFill>
                  <a:schemeClr val="bg1"/>
                </a:solidFill>
              </a:rPr>
              <a:t>ID </a:t>
            </a:r>
            <a:endParaRPr sz="1600" b="1">
              <a:solidFill>
                <a:schemeClr val="bg1"/>
              </a:solidFill>
            </a:endParaR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069BD7A6-F08F-9C73-39AB-FF7DE37F1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86056" y="766462"/>
            <a:ext cx="2171089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200">
                <a:solidFill>
                  <a:schemeClr val="bg1"/>
                </a:solidFill>
              </a:rPr>
              <a:t>DOC_CHECKLIST_01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F27DB6E3-593C-2CD3-6CB3-2796D0833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86056" y="1318508"/>
            <a:ext cx="1005403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600" b="1">
                <a:solidFill>
                  <a:schemeClr val="bg1"/>
                </a:solidFill>
              </a:rPr>
              <a:t>화면이름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18537E69-BBEC-9364-0126-0BB4E7ED4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86056" y="1649586"/>
            <a:ext cx="2171089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200">
                <a:solidFill>
                  <a:schemeClr val="bg1"/>
                </a:solidFill>
              </a:rPr>
              <a:t>신청서류 체크리스트</a:t>
            </a:r>
            <a:endParaRPr sz="1200">
              <a:solidFill>
                <a:schemeClr val="bg1"/>
              </a:solidFill>
            </a:endParaRP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FE6A5A0E-6213-1221-0832-D874A4969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86056" y="2386298"/>
            <a:ext cx="1898277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600" b="1">
                <a:solidFill>
                  <a:schemeClr val="bg1"/>
                </a:solidFill>
              </a:rPr>
              <a:t>관련</a:t>
            </a:r>
            <a:r>
              <a:rPr sz="1600" b="1">
                <a:solidFill>
                  <a:schemeClr val="bg1"/>
                </a:solidFill>
              </a:rPr>
              <a:t> </a:t>
            </a:r>
            <a:r>
              <a:rPr sz="1600" b="1">
                <a:solidFill>
                  <a:schemeClr val="bg1"/>
                </a:solidFill>
              </a:rPr>
              <a:t>유스케이스</a:t>
            </a:r>
            <a:r>
              <a:rPr sz="1600" b="1">
                <a:solidFill>
                  <a:schemeClr val="bg1"/>
                </a:solidFill>
              </a:rPr>
              <a:t> </a:t>
            </a:r>
            <a:r>
              <a:rPr sz="1600" b="1">
                <a:solidFill>
                  <a:schemeClr val="bg1"/>
                </a:solidFill>
              </a:rPr>
              <a:t>ID</a:t>
            </a:r>
            <a:endParaRPr sz="1600" b="1">
              <a:solidFill>
                <a:schemeClr val="bg1"/>
              </a:solidFill>
            </a:endParaRP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F61305A1-4EF3-9CC6-66B6-231F2BB6D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86056" y="2717376"/>
            <a:ext cx="2171089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200">
                <a:solidFill>
                  <a:schemeClr val="bg1"/>
                </a:solidFill>
              </a:rPr>
              <a:t>MST_900</a:t>
            </a: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01AD7CA1-2A77-6AF6-AE7A-F3255BAE2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86056" y="5814539"/>
            <a:ext cx="800219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600" b="1">
                <a:solidFill>
                  <a:schemeClr val="bg1"/>
                </a:solidFill>
              </a:rPr>
              <a:t>작성자</a:t>
            </a: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6AB5618F-88F0-F1D6-6CB8-FB97C8241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86056" y="6145617"/>
            <a:ext cx="2171089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200">
                <a:solidFill>
                  <a:schemeClr val="bg1"/>
                </a:solidFill>
              </a:rPr>
              <a:t>민경석 외 3명</a:t>
            </a:r>
            <a:endParaRPr sz="1200">
              <a:solidFill>
                <a:schemeClr val="bg1"/>
              </a:solidFill>
            </a:endParaRPr>
          </a:p>
        </p:txBody>
      </p:sp>
      <p:sp>
        <p:nvSpPr>
          <p:cNvPr id="40" name="TextBox 39">
            <a:extLst xmlns:a="http://schemas.openxmlformats.org/drawingml/2006/main">
              <a:ext uri="{FF2B5EF4-FFF2-40B4-BE49-F238E27FC236}">
                <a16:creationId xmlns:a16="http://schemas.microsoft.com/office/drawing/2014/main" id="{386070AB-656E-35FF-C9DB-75734CAA4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86055" y="3290063"/>
            <a:ext cx="1005403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600" b="1">
                <a:solidFill>
                  <a:schemeClr val="bg1"/>
                </a:solidFill>
              </a:rPr>
              <a:t>화면개요</a:t>
            </a:r>
          </a:p>
        </p:txBody>
      </p:sp>
      <p:sp>
        <p:nvSpPr>
          <p:cNvPr id="41" name="TextBox 40">
            <a:extLst xmlns:a="http://schemas.openxmlformats.org/drawingml/2006/main">
              <a:ext uri="{FF2B5EF4-FFF2-40B4-BE49-F238E27FC236}">
                <a16:creationId xmlns:a16="http://schemas.microsoft.com/office/drawing/2014/main" id="{1D06E145-6BA5-8E97-9DA2-64AAA20B9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86055" y="3621141"/>
            <a:ext cx="2171089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200">
                <a:solidFill>
                  <a:schemeClr val="bg1"/>
                </a:solidFill>
              </a:rPr>
              <a:t>공고 원문에서 준비 항목과 근거를 구조화</a:t>
            </a:r>
            <a:endParaRPr sz="1200">
              <a:solidFill>
                <a:schemeClr val="bg1"/>
              </a:solidFill>
            </a:endParaRPr>
          </a:p>
        </p:txBody>
      </p:sp>
      <p:sp>
        <p:nvSpPr>
          <p:cNvPr id="43" name="TextBox 42">
            <a:extLst xmlns:a="http://schemas.openxmlformats.org/drawingml/2006/main">
              <a:ext uri="{FF2B5EF4-FFF2-40B4-BE49-F238E27FC236}">
                <a16:creationId xmlns:a16="http://schemas.microsoft.com/office/drawing/2014/main" id="{749DC042-DED4-273C-0554-67E51257F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86055" y="4504265"/>
            <a:ext cx="1098173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600" b="1">
                <a:solidFill>
                  <a:schemeClr val="bg1"/>
                </a:solidFill>
              </a:rPr>
              <a:t>메뉴경로</a:t>
            </a:r>
          </a:p>
        </p:txBody>
      </p:sp>
      <p:sp>
        <p:nvSpPr>
          <p:cNvPr id="44" name="TextBox 43">
            <a:extLst xmlns:a="http://schemas.openxmlformats.org/drawingml/2006/main">
              <a:ext uri="{FF2B5EF4-FFF2-40B4-BE49-F238E27FC236}">
                <a16:creationId xmlns:a16="http://schemas.microsoft.com/office/drawing/2014/main" id="{B39A8AB4-D95E-0C4C-97FE-B8E59B4A6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86055" y="4835343"/>
            <a:ext cx="2371420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200">
                <a:solidFill>
                  <a:schemeClr val="bg1"/>
                </a:solidFill>
              </a:rPr>
              <a:t>정책 상세/신청 준비 시작</a:t>
            </a:r>
            <a:endParaRPr sz="1200">
              <a:solidFill>
                <a:schemeClr val="bg1"/>
              </a:solidFill>
            </a:endParaRPr>
          </a:p>
        </p:txBody>
      </p:sp>
      <p:sp>
        <p:nvSpPr>
          <p:cNvPr id="45" name="TextBox 44">
            <a:extLst xmlns:a="http://schemas.openxmlformats.org/drawingml/2006/main">
              <a:ext uri="{FF2B5EF4-FFF2-40B4-BE49-F238E27FC236}">
                <a16:creationId xmlns:a16="http://schemas.microsoft.com/office/drawing/2014/main" id="{700231D3-C272-556F-D475-C3B3D7F9F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889" y="250718"/>
            <a:ext cx="1107996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서류 체크</a:t>
            </a:r>
          </a:p>
        </p:txBody>
      </p:sp>
      <p:sp>
        <p:nvSpPr>
          <p:cNvPr id="46" name="TextBox 45">
            <a:extLst xmlns:a="http://schemas.openxmlformats.org/drawingml/2006/main">
              <a:ext uri="{FF2B5EF4-FFF2-40B4-BE49-F238E27FC236}">
                <a16:creationId xmlns:a16="http://schemas.microsoft.com/office/drawing/2014/main" id="{51D24EE1-E966-FCCA-7F33-B08EE9A22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3220" y="904961"/>
            <a:ext cx="607859" cy="2616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100"/>
              <a:t>신청 문항</a:t>
            </a:r>
            <a:endParaRPr sz="1100"/>
          </a:p>
        </p:txBody>
      </p:sp>
      <p:sp>
        <p:nvSpPr>
          <p:cNvPr id="47" name="TextBox 46">
            <a:extLst xmlns:a="http://schemas.openxmlformats.org/drawingml/2006/main">
              <a:ext uri="{FF2B5EF4-FFF2-40B4-BE49-F238E27FC236}">
                <a16:creationId xmlns:a16="http://schemas.microsoft.com/office/drawing/2014/main" id="{6A1C0DE8-32F0-0C32-BBBC-A8F6DEA30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3220" y="1472396"/>
            <a:ext cx="748923" cy="2616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100"/>
              <a:t>필수 서류</a:t>
            </a:r>
            <a:endParaRPr sz="1100"/>
          </a:p>
        </p:txBody>
      </p:sp>
      <p:sp>
        <p:nvSpPr>
          <p:cNvPr id="48" name="TextBox 47">
            <a:extLst xmlns:a="http://schemas.openxmlformats.org/drawingml/2006/main">
              <a:ext uri="{FF2B5EF4-FFF2-40B4-BE49-F238E27FC236}">
                <a16:creationId xmlns:a16="http://schemas.microsoft.com/office/drawing/2014/main" id="{886820B5-EED8-FA6D-1FF4-EB009740F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3220" y="2044968"/>
            <a:ext cx="1204176" cy="2616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100"/>
              <a:t>선택 서류</a:t>
            </a:r>
            <a:endParaRPr sz="1100"/>
          </a:p>
        </p:txBody>
      </p:sp>
      <p:sp>
        <p:nvSpPr>
          <p:cNvPr id="49" name="TextBox 48">
            <a:extLst xmlns:a="http://schemas.openxmlformats.org/drawingml/2006/main">
              <a:ext uri="{FF2B5EF4-FFF2-40B4-BE49-F238E27FC236}">
                <a16:creationId xmlns:a16="http://schemas.microsoft.com/office/drawing/2014/main" id="{F7E5617A-7BA6-A6F6-EB41-8CD2E55EA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3220" y="2613063"/>
            <a:ext cx="466794" cy="2616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100"/>
              <a:t>발급처</a:t>
            </a:r>
            <a:endParaRPr sz="1100"/>
          </a:p>
        </p:txBody>
      </p:sp>
      <p:sp>
        <p:nvSpPr>
          <p:cNvPr id="51" name="TextBox 50">
            <a:extLst xmlns:a="http://schemas.openxmlformats.org/drawingml/2006/main">
              <a:ext uri="{FF2B5EF4-FFF2-40B4-BE49-F238E27FC236}">
                <a16:creationId xmlns:a16="http://schemas.microsoft.com/office/drawing/2014/main" id="{719536E6-D7B4-EE78-8F65-370E1ECC5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3220" y="3181158"/>
            <a:ext cx="922047" cy="2616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100"/>
              <a:t>유효기간</a:t>
            </a:r>
          </a:p>
        </p:txBody>
      </p:sp>
      <p:sp>
        <p:nvSpPr>
          <p:cNvPr id="52" name="TextBox 51">
            <a:extLst xmlns:a="http://schemas.openxmlformats.org/drawingml/2006/main">
              <a:ext uri="{FF2B5EF4-FFF2-40B4-BE49-F238E27FC236}">
                <a16:creationId xmlns:a16="http://schemas.microsoft.com/office/drawing/2014/main" id="{04BEE536-713E-8D0F-2913-513A6F9F2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3220" y="3749253"/>
            <a:ext cx="607859" cy="2616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100"/>
              <a:t>제출 형식</a:t>
            </a:r>
            <a:endParaRPr sz="1100"/>
          </a:p>
        </p:txBody>
      </p:sp>
      <p:sp>
        <p:nvSpPr>
          <p:cNvPr id="53" name="사각형: 둥근 모서리 52">
            <a:extLst xmlns:a="http://schemas.openxmlformats.org/drawingml/2006/main">
              <a:ext uri="{FF2B5EF4-FFF2-40B4-BE49-F238E27FC236}">
                <a16:creationId xmlns:a16="http://schemas.microsoft.com/office/drawing/2014/main" id="{4BF1CDD4-32B6-1D50-E144-A39B7F222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4693" y="4289272"/>
            <a:ext cx="1667205" cy="28559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bg2">
              <a:lumMod val="5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/>
              <a:t>작성 시작</a:t>
            </a:r>
          </a:p>
        </p:txBody>
      </p:sp>
      <p:sp>
        <p:nvSpPr>
          <p:cNvPr id="54" name="직사각형 53">
            <a:extLst xmlns:a="http://schemas.openxmlformats.org/drawingml/2006/main">
              <a:ext uri="{FF2B5EF4-FFF2-40B4-BE49-F238E27FC236}">
                <a16:creationId xmlns:a16="http://schemas.microsoft.com/office/drawing/2014/main" id="{583B3065-042D-0EE4-1E6E-BC38A0991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4694" y="904961"/>
            <a:ext cx="1685925" cy="2616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원문 근거 표시</a:t>
            </a:r>
            <a:endParaRPr sz="1100">
              <a:solidFill>
                <a:schemeClr val="tx1"/>
              </a:solidFill>
            </a:endParaRPr>
          </a:p>
        </p:txBody>
      </p:sp>
      <p:sp>
        <p:nvSpPr>
          <p:cNvPr id="55" name="직사각형 54">
            <a:extLst xmlns:a="http://schemas.openxmlformats.org/drawingml/2006/main">
              <a:ext uri="{FF2B5EF4-FFF2-40B4-BE49-F238E27FC236}">
                <a16:creationId xmlns:a16="http://schemas.microsoft.com/office/drawing/2014/main" id="{07B62099-26D6-E4EB-0BAB-0832BFFAA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4694" y="1472396"/>
            <a:ext cx="1685925" cy="2616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주민등록초본 · 완료</a:t>
            </a:r>
            <a:endParaRPr sz="1100">
              <a:solidFill>
                <a:schemeClr val="tx1"/>
              </a:solidFill>
            </a:endParaRPr>
          </a:p>
        </p:txBody>
      </p:sp>
      <p:sp>
        <p:nvSpPr>
          <p:cNvPr id="56" name="직사각형 55">
            <a:extLst xmlns:a="http://schemas.openxmlformats.org/drawingml/2006/main">
              <a:ext uri="{FF2B5EF4-FFF2-40B4-BE49-F238E27FC236}">
                <a16:creationId xmlns:a16="http://schemas.microsoft.com/office/drawing/2014/main" id="{1FB9194B-FAF4-FF1A-B2D3-ACA1B5EBE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5974" y="2039831"/>
            <a:ext cx="1685925" cy="2616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소득 증빙 · 준비 중</a:t>
            </a:r>
            <a:endParaRPr sz="1100">
              <a:solidFill>
                <a:schemeClr val="tx1"/>
              </a:solidFill>
            </a:endParaRPr>
          </a:p>
        </p:txBody>
      </p:sp>
      <p:sp>
        <p:nvSpPr>
          <p:cNvPr id="57" name="직사각형 56">
            <a:extLst xmlns:a="http://schemas.openxmlformats.org/drawingml/2006/main">
              <a:ext uri="{FF2B5EF4-FFF2-40B4-BE49-F238E27FC236}">
                <a16:creationId xmlns:a16="http://schemas.microsoft.com/office/drawing/2014/main" id="{B66F31FB-12D1-FA23-0250-609C7B2F9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5974" y="2613063"/>
            <a:ext cx="1685925" cy="2616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정부24/기관</a:t>
            </a:r>
          </a:p>
        </p:txBody>
      </p:sp>
      <p:sp>
        <p:nvSpPr>
          <p:cNvPr id="58" name="직사각형 57">
            <a:extLst xmlns:a="http://schemas.openxmlformats.org/drawingml/2006/main">
              <a:ext uri="{FF2B5EF4-FFF2-40B4-BE49-F238E27FC236}">
                <a16:creationId xmlns:a16="http://schemas.microsoft.com/office/drawing/2014/main" id="{0EF75571-6533-12E2-3ADF-E488BF69A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5974" y="3153641"/>
            <a:ext cx="1685925" cy="2616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발급 30일 이내</a:t>
            </a:r>
            <a:endParaRPr sz="1100">
              <a:solidFill>
                <a:schemeClr val="tx1"/>
              </a:solidFill>
            </a:endParaRPr>
          </a:p>
        </p:txBody>
      </p:sp>
      <p:sp>
        <p:nvSpPr>
          <p:cNvPr id="59" name="직사각형 58">
            <a:extLst xmlns:a="http://schemas.openxmlformats.org/drawingml/2006/main">
              <a:ext uri="{FF2B5EF4-FFF2-40B4-BE49-F238E27FC236}">
                <a16:creationId xmlns:a16="http://schemas.microsoft.com/office/drawing/2014/main" id="{F2E6E33B-9BBD-DF40-3028-46AC182F7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5974" y="3746818"/>
            <a:ext cx="919601" cy="2616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PDF · 원본</a:t>
            </a:r>
            <a:endParaRPr sz="1100">
              <a:solidFill>
                <a:schemeClr val="tx1"/>
              </a:solidFill>
            </a:endParaRPr>
          </a:p>
        </p:txBody>
      </p:sp>
      <p:sp>
        <p:nvSpPr>
          <p:cNvPr id="60" name="사각형: 둥근 모서리 59">
            <a:extLst xmlns:a="http://schemas.openxmlformats.org/drawingml/2006/main">
              <a:ext uri="{FF2B5EF4-FFF2-40B4-BE49-F238E27FC236}">
                <a16:creationId xmlns:a16="http://schemas.microsoft.com/office/drawing/2014/main" id="{E1CE4F41-90FD-4E55-05A0-85946499D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2069" y="904961"/>
            <a:ext cx="938981" cy="26161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bg2">
              <a:lumMod val="5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/>
              <a:t>원문 대조</a:t>
            </a:r>
          </a:p>
        </p:txBody>
      </p:sp>
      <p:sp>
        <p:nvSpPr>
          <p:cNvPr id="61" name="직사각형 60">
            <a:extLst xmlns:a="http://schemas.openxmlformats.org/drawingml/2006/main">
              <a:ext uri="{FF2B5EF4-FFF2-40B4-BE49-F238E27FC236}">
                <a16:creationId xmlns:a16="http://schemas.microsoft.com/office/drawing/2014/main" id="{05CCDA59-ADE6-9A40-054D-9484DC61F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5752" y="3746818"/>
            <a:ext cx="919601" cy="2616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rPr sz="1100">
                <a:solidFill>
                  <a:schemeClr val="tx1"/>
                </a:solidFill>
              </a:rPr>
              <a:t>상태 저장</a:t>
            </a:r>
            <a:endParaRPr sz="1100">
              <a:solidFill>
                <a:schemeClr val="tx1"/>
              </a:solidFill>
            </a:endParaRPr>
          </a:p>
        </p:txBody>
      </p:sp>
      <p:sp>
        <p:nvSpPr>
          <p:cNvPr id="62" name="TextBox 61">
            <a:extLst xmlns:a="http://schemas.openxmlformats.org/drawingml/2006/main">
              <a:ext uri="{FF2B5EF4-FFF2-40B4-BE49-F238E27FC236}">
                <a16:creationId xmlns:a16="http://schemas.microsoft.com/office/drawing/2014/main" id="{2BBED598-0BBD-1792-671F-A447ED637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4448" y="3749253"/>
            <a:ext cx="311304" cy="2616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defRPr sz="75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75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준비</a:t>
            </a:r>
            <a:endParaRPr sz="1100"/>
          </a:p>
        </p:txBody>
      </p:sp>
      <p:sp>
        <p:nvSpPr>
          <p:cNvPr id="75" name="타원 74">
            <a:extLst xmlns:a="http://schemas.openxmlformats.org/drawingml/2006/main">
              <a:ext uri="{FF2B5EF4-FFF2-40B4-BE49-F238E27FC236}">
                <a16:creationId xmlns:a16="http://schemas.microsoft.com/office/drawing/2014/main" id="{51A9C48F-1769-1064-5EBA-CD6BA5BDC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2133" y="904961"/>
            <a:ext cx="223926" cy="22392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00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 b="1">
                <a:solidFill>
                  <a:schemeClr val="bg1"/>
                </a:solidFill>
              </a:rPr>
              <a:t>1</a:t>
            </a:r>
            <a:endParaRPr sz="1400" b="1">
              <a:solidFill>
                <a:schemeClr val="bg1"/>
              </a:solidFill>
            </a:endParaRPr>
          </a:p>
        </p:txBody>
      </p:sp>
      <p:sp>
        <p:nvSpPr>
          <p:cNvPr id="76" name="타원 75">
            <a:extLst xmlns:a="http://schemas.openxmlformats.org/drawingml/2006/main">
              <a:ext uri="{FF2B5EF4-FFF2-40B4-BE49-F238E27FC236}">
                <a16:creationId xmlns:a16="http://schemas.microsoft.com/office/drawing/2014/main" id="{9EB34DAE-9E09-5449-D298-566C8F2A1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2133" y="1478790"/>
            <a:ext cx="223926" cy="22392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00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 b="1">
                <a:solidFill>
                  <a:schemeClr val="bg1"/>
                </a:solidFill>
              </a:rPr>
              <a:t>2</a:t>
            </a:r>
            <a:endParaRPr sz="1400" b="1">
              <a:solidFill>
                <a:schemeClr val="bg1"/>
              </a:solidFill>
            </a:endParaRPr>
          </a:p>
        </p:txBody>
      </p:sp>
      <p:sp>
        <p:nvSpPr>
          <p:cNvPr id="77" name="타원 76">
            <a:extLst xmlns:a="http://schemas.openxmlformats.org/drawingml/2006/main">
              <a:ext uri="{FF2B5EF4-FFF2-40B4-BE49-F238E27FC236}">
                <a16:creationId xmlns:a16="http://schemas.microsoft.com/office/drawing/2014/main" id="{3C82D986-219B-F00F-B5DB-B888ECE89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2133" y="2052619"/>
            <a:ext cx="223926" cy="22392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00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 b="1">
                <a:solidFill>
                  <a:schemeClr val="bg1"/>
                </a:solidFill>
              </a:rPr>
              <a:t>3</a:t>
            </a:r>
            <a:endParaRPr sz="1400" b="1">
              <a:solidFill>
                <a:schemeClr val="bg1"/>
              </a:solidFill>
            </a:endParaRPr>
          </a:p>
        </p:txBody>
      </p:sp>
      <p:sp>
        <p:nvSpPr>
          <p:cNvPr id="78" name="타원 77">
            <a:extLst xmlns:a="http://schemas.openxmlformats.org/drawingml/2006/main">
              <a:ext uri="{FF2B5EF4-FFF2-40B4-BE49-F238E27FC236}">
                <a16:creationId xmlns:a16="http://schemas.microsoft.com/office/drawing/2014/main" id="{109FCB3F-C0C2-A1BF-8CAA-276738E17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2133" y="2656481"/>
            <a:ext cx="223926" cy="22886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00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 b="1">
                <a:solidFill>
                  <a:schemeClr val="bg1"/>
                </a:solidFill>
              </a:rPr>
              <a:t>4</a:t>
            </a:r>
            <a:endParaRPr sz="1400" b="1">
              <a:solidFill>
                <a:schemeClr val="bg1"/>
              </a:solidFill>
            </a:endParaRPr>
          </a:p>
        </p:txBody>
      </p:sp>
      <p:sp>
        <p:nvSpPr>
          <p:cNvPr id="79" name="타원 78">
            <a:extLst xmlns:a="http://schemas.openxmlformats.org/drawingml/2006/main">
              <a:ext uri="{FF2B5EF4-FFF2-40B4-BE49-F238E27FC236}">
                <a16:creationId xmlns:a16="http://schemas.microsoft.com/office/drawing/2014/main" id="{B4DA0951-D500-5B57-5ACD-201E64F0A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2133" y="3172483"/>
            <a:ext cx="223926" cy="22392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00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 b="1">
                <a:solidFill>
                  <a:schemeClr val="bg1"/>
                </a:solidFill>
              </a:rPr>
              <a:t>5</a:t>
            </a:r>
            <a:endParaRPr sz="1400" b="1">
              <a:solidFill>
                <a:schemeClr val="bg1"/>
              </a:solidFill>
            </a:endParaRPr>
          </a:p>
        </p:txBody>
      </p:sp>
      <p:sp>
        <p:nvSpPr>
          <p:cNvPr id="80" name="타원 79">
            <a:extLst xmlns:a="http://schemas.openxmlformats.org/drawingml/2006/main">
              <a:ext uri="{FF2B5EF4-FFF2-40B4-BE49-F238E27FC236}">
                <a16:creationId xmlns:a16="http://schemas.microsoft.com/office/drawing/2014/main" id="{AD0A111E-2E89-823C-4BF8-84982E008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2133" y="3765660"/>
            <a:ext cx="223926" cy="22392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00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 b="1">
                <a:solidFill>
                  <a:schemeClr val="bg1"/>
                </a:solidFill>
              </a:rPr>
              <a:t>6</a:t>
            </a:r>
            <a:endParaRPr sz="1400" b="1">
              <a:solidFill>
                <a:schemeClr val="bg1"/>
              </a:solidFill>
            </a:endParaRPr>
          </a:p>
        </p:txBody>
      </p:sp>
      <p:sp>
        <p:nvSpPr>
          <p:cNvPr id="81" name="타원 80">
            <a:extLst xmlns:a="http://schemas.openxmlformats.org/drawingml/2006/main">
              <a:ext uri="{FF2B5EF4-FFF2-40B4-BE49-F238E27FC236}">
                <a16:creationId xmlns:a16="http://schemas.microsoft.com/office/drawing/2014/main" id="{DE2695AB-5E1D-BE8B-8B70-8643CA811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4675" y="770983"/>
            <a:ext cx="223926" cy="22392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00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 b="1">
                <a:solidFill>
                  <a:schemeClr val="bg1"/>
                </a:solidFill>
              </a:rPr>
              <a:t>7</a:t>
            </a:r>
            <a:endParaRPr sz="1400" b="1">
              <a:solidFill>
                <a:schemeClr val="bg1"/>
              </a:solidFill>
            </a:endParaRPr>
          </a:p>
        </p:txBody>
      </p:sp>
      <p:sp>
        <p:nvSpPr>
          <p:cNvPr id="82" name="타원 81">
            <a:extLst xmlns:a="http://schemas.openxmlformats.org/drawingml/2006/main">
              <a:ext uri="{FF2B5EF4-FFF2-40B4-BE49-F238E27FC236}">
                <a16:creationId xmlns:a16="http://schemas.microsoft.com/office/drawing/2014/main" id="{5606C5DC-C2DF-743A-FC08-9B4686404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3789" y="3632420"/>
            <a:ext cx="223926" cy="22392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00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 b="1">
                <a:solidFill>
                  <a:schemeClr val="bg1"/>
                </a:solidFill>
              </a:rPr>
              <a:t>8</a:t>
            </a:r>
            <a:endParaRPr sz="1400" b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0962209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직사각형 3">
            <a:extLst xmlns:a="http://schemas.openxmlformats.org/drawingml/2006/main">
              <a:ext uri="{FF2B5EF4-FFF2-40B4-BE49-F238E27FC236}">
                <a16:creationId xmlns:a16="http://schemas.microsoft.com/office/drawing/2014/main" id="{17CCAA0A-5307-48D3-9858-F46440A1D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"/>
            <a:ext cx="2743201" cy="68579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0D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600"/>
          </a:p>
        </p:txBody>
      </p:sp>
      <p:sp>
        <p:nvSpPr>
          <p:cNvPr id="17" name="직사각형 16">
            <a:extLst xmlns:a="http://schemas.openxmlformats.org/drawingml/2006/main">
              <a:ext uri="{FF2B5EF4-FFF2-40B4-BE49-F238E27FC236}">
                <a16:creationId xmlns:a16="http://schemas.microsoft.com/office/drawing/2014/main" id="{F2EE50EF-1C64-4D24-A8FC-FEB31ECAB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5172074"/>
            <a:ext cx="7162799" cy="168592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600"/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17EFCDDE-1130-408D-9BF1-4DAA52C21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0037" y="5412546"/>
            <a:ext cx="1005403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600" b="1"/>
              <a:t>화면설명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0DBB6D9D-7151-48F9-9712-A4D8DDC0A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0036" y="5781724"/>
            <a:ext cx="6687844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200"/>
              <a:t>① 자동 채움 항목과 위치를 미리 보여주고 동의받는다.</a:t>
            </a:r>
          </a:p>
          <a:p xmlns:a="http://schemas.openxmlformats.org/drawingml/2006/main">
            <a:r>
              <a:rPr sz="1200"/>
              <a:t>② 사용자 사실과 정책 목적을 근거로 AI 초안을 제안한다.</a:t>
            </a:r>
          </a:p>
          <a:p xmlns:a="http://schemas.openxmlformats.org/drawingml/2006/main">
            <a:r>
              <a:rPr sz="1200"/>
              <a:t>③ 확인되지 않은 값은 비우고 사용자 입력을 요청한다.</a:t>
            </a:r>
          </a:p>
          <a:p xmlns:a="http://schemas.openxmlformats.org/drawingml/2006/main">
            <a:r>
              <a:rPr sz="1200"/>
              <a:t>④ 사용자가 수정·확정한 내용만 작성본에 포함한다.</a:t>
            </a:r>
          </a:p>
        </p:txBody>
      </p:sp>
      <p:sp>
        <p:nvSpPr>
          <p:cNvPr id="2" name="직사각형 1">
            <a:extLst xmlns:a="http://schemas.openxmlformats.org/drawingml/2006/main">
              <a:ext uri="{FF2B5EF4-FFF2-40B4-BE49-F238E27FC236}">
                <a16:creationId xmlns:a16="http://schemas.microsoft.com/office/drawing/2014/main" id="{2C5E6D3A-1F98-A7A1-F76B-3DF2DF7FF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"/>
            <a:ext cx="2743201" cy="685799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6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600"/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684C5B66-E2BA-C71B-F0E8-C823E79C1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86056" y="435384"/>
            <a:ext cx="872355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600" b="1">
                <a:solidFill>
                  <a:schemeClr val="bg1"/>
                </a:solidFill>
              </a:rPr>
              <a:t>화면 </a:t>
            </a:r>
            <a:r>
              <a:rPr sz="1600" b="1">
                <a:solidFill>
                  <a:schemeClr val="bg1"/>
                </a:solidFill>
              </a:rPr>
              <a:t>ID </a:t>
            </a:r>
            <a:endParaRPr sz="1600" b="1">
              <a:solidFill>
                <a:schemeClr val="bg1"/>
              </a:solidFill>
            </a:endParaR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069BD7A6-F08F-9C73-39AB-FF7DE37F1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86056" y="766462"/>
            <a:ext cx="2171089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200">
                <a:solidFill>
                  <a:schemeClr val="bg1"/>
                </a:solidFill>
              </a:rPr>
              <a:t>DOC_EDITOR_01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F27DB6E3-593C-2CD3-6CB3-2796D0833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86056" y="1318508"/>
            <a:ext cx="1005403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600" b="1">
                <a:solidFill>
                  <a:schemeClr val="bg1"/>
                </a:solidFill>
              </a:rPr>
              <a:t>화면이름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18537E69-BBEC-9364-0126-0BB4E7ED4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86056" y="1649586"/>
            <a:ext cx="2171089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200">
                <a:solidFill>
                  <a:schemeClr val="bg1"/>
                </a:solidFill>
              </a:rPr>
              <a:t>신청서 작성·AI 초안</a:t>
            </a:r>
            <a:endParaRPr sz="1200">
              <a:solidFill>
                <a:schemeClr val="bg1"/>
              </a:solidFill>
            </a:endParaRP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FE6A5A0E-6213-1221-0832-D874A4969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86056" y="2386298"/>
            <a:ext cx="1898277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600" b="1">
                <a:solidFill>
                  <a:schemeClr val="bg1"/>
                </a:solidFill>
              </a:rPr>
              <a:t>관련</a:t>
            </a:r>
            <a:r>
              <a:rPr sz="1600" b="1">
                <a:solidFill>
                  <a:schemeClr val="bg1"/>
                </a:solidFill>
              </a:rPr>
              <a:t> </a:t>
            </a:r>
            <a:r>
              <a:rPr sz="1600" b="1">
                <a:solidFill>
                  <a:schemeClr val="bg1"/>
                </a:solidFill>
              </a:rPr>
              <a:t>유스케이스</a:t>
            </a:r>
            <a:r>
              <a:rPr sz="1600" b="1">
                <a:solidFill>
                  <a:schemeClr val="bg1"/>
                </a:solidFill>
              </a:rPr>
              <a:t> </a:t>
            </a:r>
            <a:r>
              <a:rPr sz="1600" b="1">
                <a:solidFill>
                  <a:schemeClr val="bg1"/>
                </a:solidFill>
              </a:rPr>
              <a:t>ID</a:t>
            </a:r>
            <a:endParaRPr sz="1600" b="1">
              <a:solidFill>
                <a:schemeClr val="bg1"/>
              </a:solidFill>
            </a:endParaRP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F61305A1-4EF3-9CC6-66B6-231F2BB6D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86056" y="2717376"/>
            <a:ext cx="2171089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200">
                <a:solidFill>
                  <a:schemeClr val="bg1"/>
                </a:solidFill>
              </a:rPr>
              <a:t>MST_900</a:t>
            </a: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01AD7CA1-2A77-6AF6-AE7A-F3255BAE2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86056" y="5814539"/>
            <a:ext cx="800219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600" b="1">
                <a:solidFill>
                  <a:schemeClr val="bg1"/>
                </a:solidFill>
              </a:rPr>
              <a:t>작성자</a:t>
            </a: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6AB5618F-88F0-F1D6-6CB8-FB97C8241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86056" y="6145617"/>
            <a:ext cx="2171089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200">
                <a:solidFill>
                  <a:schemeClr val="bg1"/>
                </a:solidFill>
              </a:rPr>
              <a:t>민경석 외 3명</a:t>
            </a:r>
            <a:endParaRPr sz="1200">
              <a:solidFill>
                <a:schemeClr val="bg1"/>
              </a:solidFill>
            </a:endParaRPr>
          </a:p>
        </p:txBody>
      </p:sp>
      <p:sp>
        <p:nvSpPr>
          <p:cNvPr id="40" name="TextBox 39">
            <a:extLst xmlns:a="http://schemas.openxmlformats.org/drawingml/2006/main">
              <a:ext uri="{FF2B5EF4-FFF2-40B4-BE49-F238E27FC236}">
                <a16:creationId xmlns:a16="http://schemas.microsoft.com/office/drawing/2014/main" id="{386070AB-656E-35FF-C9DB-75734CAA4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86055" y="3290063"/>
            <a:ext cx="1005403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600" b="1">
                <a:solidFill>
                  <a:schemeClr val="bg1"/>
                </a:solidFill>
              </a:rPr>
              <a:t>화면개요</a:t>
            </a:r>
          </a:p>
        </p:txBody>
      </p:sp>
      <p:sp>
        <p:nvSpPr>
          <p:cNvPr id="41" name="TextBox 40">
            <a:extLst xmlns:a="http://schemas.openxmlformats.org/drawingml/2006/main">
              <a:ext uri="{FF2B5EF4-FFF2-40B4-BE49-F238E27FC236}">
                <a16:creationId xmlns:a16="http://schemas.microsoft.com/office/drawing/2014/main" id="{1D06E145-6BA5-8E97-9DA2-64AAA20B9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86055" y="3621141"/>
            <a:ext cx="2171089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200">
                <a:solidFill>
                  <a:schemeClr val="bg1"/>
                </a:solidFill>
              </a:rPr>
              <a:t>동의한 프로필과 사용자 사실로 신청서를 작성</a:t>
            </a:r>
            <a:endParaRPr sz="1200">
              <a:solidFill>
                <a:schemeClr val="bg1"/>
              </a:solidFill>
            </a:endParaRPr>
          </a:p>
        </p:txBody>
      </p:sp>
      <p:sp>
        <p:nvSpPr>
          <p:cNvPr id="43" name="TextBox 42">
            <a:extLst xmlns:a="http://schemas.openxmlformats.org/drawingml/2006/main">
              <a:ext uri="{FF2B5EF4-FFF2-40B4-BE49-F238E27FC236}">
                <a16:creationId xmlns:a16="http://schemas.microsoft.com/office/drawing/2014/main" id="{749DC042-DED4-273C-0554-67E51257F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86055" y="4504265"/>
            <a:ext cx="1098173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600" b="1">
                <a:solidFill>
                  <a:schemeClr val="bg1"/>
                </a:solidFill>
              </a:rPr>
              <a:t>메뉴경로</a:t>
            </a:r>
          </a:p>
        </p:txBody>
      </p:sp>
      <p:sp>
        <p:nvSpPr>
          <p:cNvPr id="44" name="TextBox 43">
            <a:extLst xmlns:a="http://schemas.openxmlformats.org/drawingml/2006/main">
              <a:ext uri="{FF2B5EF4-FFF2-40B4-BE49-F238E27FC236}">
                <a16:creationId xmlns:a16="http://schemas.microsoft.com/office/drawing/2014/main" id="{B39A8AB4-D95E-0C4C-97FE-B8E59B4A6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86055" y="4835343"/>
            <a:ext cx="2371420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200">
                <a:solidFill>
                  <a:schemeClr val="bg1"/>
                </a:solidFill>
              </a:rPr>
              <a:t>신청 준비함/신청서 작성</a:t>
            </a:r>
            <a:endParaRPr sz="1200">
              <a:solidFill>
                <a:schemeClr val="bg1"/>
              </a:solidFill>
            </a:endParaRPr>
          </a:p>
        </p:txBody>
      </p:sp>
      <p:sp>
        <p:nvSpPr>
          <p:cNvPr id="45" name="TextBox 44">
            <a:extLst xmlns:a="http://schemas.openxmlformats.org/drawingml/2006/main">
              <a:ext uri="{FF2B5EF4-FFF2-40B4-BE49-F238E27FC236}">
                <a16:creationId xmlns:a16="http://schemas.microsoft.com/office/drawing/2014/main" id="{700231D3-C272-556F-D475-C3B3D7F9F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889" y="250718"/>
            <a:ext cx="1107996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신청서 작성</a:t>
            </a:r>
          </a:p>
        </p:txBody>
      </p:sp>
      <p:sp>
        <p:nvSpPr>
          <p:cNvPr id="46" name="TextBox 45">
            <a:extLst xmlns:a="http://schemas.openxmlformats.org/drawingml/2006/main">
              <a:ext uri="{FF2B5EF4-FFF2-40B4-BE49-F238E27FC236}">
                <a16:creationId xmlns:a16="http://schemas.microsoft.com/office/drawing/2014/main" id="{51D24EE1-E966-FCCA-7F33-B08EE9A22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3220" y="904961"/>
            <a:ext cx="607859" cy="2616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100"/>
              <a:t>성명·주소</a:t>
            </a:r>
            <a:endParaRPr sz="1100"/>
          </a:p>
        </p:txBody>
      </p:sp>
      <p:sp>
        <p:nvSpPr>
          <p:cNvPr id="47" name="TextBox 46">
            <a:extLst xmlns:a="http://schemas.openxmlformats.org/drawingml/2006/main">
              <a:ext uri="{FF2B5EF4-FFF2-40B4-BE49-F238E27FC236}">
                <a16:creationId xmlns:a16="http://schemas.microsoft.com/office/drawing/2014/main" id="{6A1C0DE8-32F0-0C32-BBBC-A8F6DEA30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3220" y="1472396"/>
            <a:ext cx="748923" cy="2616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100"/>
              <a:t>연락처</a:t>
            </a:r>
            <a:endParaRPr sz="1100"/>
          </a:p>
        </p:txBody>
      </p:sp>
      <p:sp>
        <p:nvSpPr>
          <p:cNvPr id="48" name="TextBox 47">
            <a:extLst xmlns:a="http://schemas.openxmlformats.org/drawingml/2006/main">
              <a:ext uri="{FF2B5EF4-FFF2-40B4-BE49-F238E27FC236}">
                <a16:creationId xmlns:a16="http://schemas.microsoft.com/office/drawing/2014/main" id="{886820B5-EED8-FA6D-1FF4-EB009740F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3220" y="2044968"/>
            <a:ext cx="1204176" cy="2616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100"/>
              <a:t>지원동기</a:t>
            </a:r>
            <a:endParaRPr sz="1100"/>
          </a:p>
        </p:txBody>
      </p:sp>
      <p:sp>
        <p:nvSpPr>
          <p:cNvPr id="49" name="TextBox 48">
            <a:extLst xmlns:a="http://schemas.openxmlformats.org/drawingml/2006/main">
              <a:ext uri="{FF2B5EF4-FFF2-40B4-BE49-F238E27FC236}">
                <a16:creationId xmlns:a16="http://schemas.microsoft.com/office/drawing/2014/main" id="{F7E5617A-7BA6-A6F6-EB41-8CD2E55EA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3220" y="2613063"/>
            <a:ext cx="466794" cy="2616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100"/>
              <a:t>활동계획</a:t>
            </a:r>
            <a:endParaRPr sz="1100"/>
          </a:p>
        </p:txBody>
      </p:sp>
      <p:sp>
        <p:nvSpPr>
          <p:cNvPr id="51" name="TextBox 50">
            <a:extLst xmlns:a="http://schemas.openxmlformats.org/drawingml/2006/main">
              <a:ext uri="{FF2B5EF4-FFF2-40B4-BE49-F238E27FC236}">
                <a16:creationId xmlns:a16="http://schemas.microsoft.com/office/drawing/2014/main" id="{719536E6-D7B4-EE78-8F65-370E1ECC5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3220" y="3181158"/>
            <a:ext cx="922047" cy="2616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100"/>
              <a:t>글자 수</a:t>
            </a:r>
          </a:p>
        </p:txBody>
      </p:sp>
      <p:sp>
        <p:nvSpPr>
          <p:cNvPr id="52" name="TextBox 51">
            <a:extLst xmlns:a="http://schemas.openxmlformats.org/drawingml/2006/main">
              <a:ext uri="{FF2B5EF4-FFF2-40B4-BE49-F238E27FC236}">
                <a16:creationId xmlns:a16="http://schemas.microsoft.com/office/drawing/2014/main" id="{04BEE536-713E-8D0F-2913-513A6F9F2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3220" y="3749253"/>
            <a:ext cx="607859" cy="2616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100"/>
              <a:t>AI 초안</a:t>
            </a:r>
            <a:endParaRPr sz="1100"/>
          </a:p>
        </p:txBody>
      </p:sp>
      <p:sp>
        <p:nvSpPr>
          <p:cNvPr id="53" name="사각형: 둥근 모서리 52">
            <a:extLst xmlns:a="http://schemas.openxmlformats.org/drawingml/2006/main">
              <a:ext uri="{FF2B5EF4-FFF2-40B4-BE49-F238E27FC236}">
                <a16:creationId xmlns:a16="http://schemas.microsoft.com/office/drawing/2014/main" id="{4BF1CDD4-32B6-1D50-E144-A39B7F222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4693" y="4289272"/>
            <a:ext cx="1667205" cy="28559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bg2">
              <a:lumMod val="5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/>
              <a:t>임시저장</a:t>
            </a:r>
          </a:p>
        </p:txBody>
      </p:sp>
      <p:sp>
        <p:nvSpPr>
          <p:cNvPr id="54" name="직사각형 53">
            <a:extLst xmlns:a="http://schemas.openxmlformats.org/drawingml/2006/main">
              <a:ext uri="{FF2B5EF4-FFF2-40B4-BE49-F238E27FC236}">
                <a16:creationId xmlns:a16="http://schemas.microsoft.com/office/drawing/2014/main" id="{583B3065-042D-0EE4-1E6E-BC38A0991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4694" y="904961"/>
            <a:ext cx="1685925" cy="2616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선택 항목만 반영</a:t>
            </a:r>
            <a:endParaRPr sz="1100">
              <a:solidFill>
                <a:schemeClr val="tx1"/>
              </a:solidFill>
            </a:endParaRPr>
          </a:p>
        </p:txBody>
      </p:sp>
      <p:sp>
        <p:nvSpPr>
          <p:cNvPr id="55" name="직사각형 54">
            <a:extLst xmlns:a="http://schemas.openxmlformats.org/drawingml/2006/main">
              <a:ext uri="{FF2B5EF4-FFF2-40B4-BE49-F238E27FC236}">
                <a16:creationId xmlns:a16="http://schemas.microsoft.com/office/drawing/2014/main" id="{07B62099-26D6-E4EB-0BAB-0832BFFAA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4694" y="1472396"/>
            <a:ext cx="1685925" cy="2616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동의 후 자동 채움</a:t>
            </a:r>
            <a:endParaRPr sz="1100">
              <a:solidFill>
                <a:schemeClr val="tx1"/>
              </a:solidFill>
            </a:endParaRPr>
          </a:p>
        </p:txBody>
      </p:sp>
      <p:sp>
        <p:nvSpPr>
          <p:cNvPr id="56" name="직사각형 55">
            <a:extLst xmlns:a="http://schemas.openxmlformats.org/drawingml/2006/main">
              <a:ext uri="{FF2B5EF4-FFF2-40B4-BE49-F238E27FC236}">
                <a16:creationId xmlns:a16="http://schemas.microsoft.com/office/drawing/2014/main" id="{1FB9194B-FAF4-FF1A-B2D3-ACA1B5EBE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5974" y="2039831"/>
            <a:ext cx="1685925" cy="2616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사실 입력 필요</a:t>
            </a:r>
            <a:endParaRPr sz="1100">
              <a:solidFill>
                <a:schemeClr val="tx1"/>
              </a:solidFill>
            </a:endParaRPr>
          </a:p>
        </p:txBody>
      </p:sp>
      <p:sp>
        <p:nvSpPr>
          <p:cNvPr id="57" name="직사각형 56">
            <a:extLst xmlns:a="http://schemas.openxmlformats.org/drawingml/2006/main">
              <a:ext uri="{FF2B5EF4-FFF2-40B4-BE49-F238E27FC236}">
                <a16:creationId xmlns:a16="http://schemas.microsoft.com/office/drawing/2014/main" id="{B66F31FB-12D1-FA23-0250-609C7B2F9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5974" y="2613063"/>
            <a:ext cx="1685925" cy="2616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사용자가 직접 수정</a:t>
            </a:r>
          </a:p>
        </p:txBody>
      </p:sp>
      <p:sp>
        <p:nvSpPr>
          <p:cNvPr id="58" name="직사각형 57">
            <a:extLst xmlns:a="http://schemas.openxmlformats.org/drawingml/2006/main">
              <a:ext uri="{FF2B5EF4-FFF2-40B4-BE49-F238E27FC236}">
                <a16:creationId xmlns:a16="http://schemas.microsoft.com/office/drawing/2014/main" id="{0EF75571-6533-12E2-3ADF-E488BF69A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5974" y="3153641"/>
            <a:ext cx="1685925" cy="2616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420 / 500자</a:t>
            </a:r>
            <a:endParaRPr sz="1100">
              <a:solidFill>
                <a:schemeClr val="tx1"/>
              </a:solidFill>
            </a:endParaRPr>
          </a:p>
        </p:txBody>
      </p:sp>
      <p:sp>
        <p:nvSpPr>
          <p:cNvPr id="59" name="직사각형 58">
            <a:extLst xmlns:a="http://schemas.openxmlformats.org/drawingml/2006/main">
              <a:ext uri="{FF2B5EF4-FFF2-40B4-BE49-F238E27FC236}">
                <a16:creationId xmlns:a16="http://schemas.microsoft.com/office/drawing/2014/main" id="{F2E6E33B-9BBD-DF40-3028-46AC182F7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5974" y="3746818"/>
            <a:ext cx="919601" cy="2616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검토 후 확정</a:t>
            </a:r>
            <a:endParaRPr sz="1100">
              <a:solidFill>
                <a:schemeClr val="tx1"/>
              </a:solidFill>
            </a:endParaRPr>
          </a:p>
        </p:txBody>
      </p:sp>
      <p:sp>
        <p:nvSpPr>
          <p:cNvPr id="60" name="사각형: 둥근 모서리 59">
            <a:extLst xmlns:a="http://schemas.openxmlformats.org/drawingml/2006/main">
              <a:ext uri="{FF2B5EF4-FFF2-40B4-BE49-F238E27FC236}">
                <a16:creationId xmlns:a16="http://schemas.microsoft.com/office/drawing/2014/main" id="{E1CE4F41-90FD-4E55-05A0-85946499D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2069" y="904961"/>
            <a:ext cx="938981" cy="26161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bg2">
              <a:lumMod val="5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/>
              <a:t>초안 생성</a:t>
            </a:r>
          </a:p>
        </p:txBody>
      </p:sp>
      <p:sp>
        <p:nvSpPr>
          <p:cNvPr id="61" name="직사각형 60">
            <a:extLst xmlns:a="http://schemas.openxmlformats.org/drawingml/2006/main">
              <a:ext uri="{FF2B5EF4-FFF2-40B4-BE49-F238E27FC236}">
                <a16:creationId xmlns:a16="http://schemas.microsoft.com/office/drawing/2014/main" id="{05CCDA59-ADE6-9A40-054D-9484DC61F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5752" y="3746818"/>
            <a:ext cx="919601" cy="2616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rPr sz="1100">
                <a:solidFill>
                  <a:schemeClr val="tx1"/>
                </a:solidFill>
              </a:rPr>
              <a:t>미리보기</a:t>
            </a:r>
            <a:endParaRPr sz="1100">
              <a:solidFill>
                <a:schemeClr val="tx1"/>
              </a:solidFill>
            </a:endParaRPr>
          </a:p>
        </p:txBody>
      </p:sp>
      <p:sp>
        <p:nvSpPr>
          <p:cNvPr id="62" name="TextBox 61">
            <a:extLst xmlns:a="http://schemas.openxmlformats.org/drawingml/2006/main">
              <a:ext uri="{FF2B5EF4-FFF2-40B4-BE49-F238E27FC236}">
                <a16:creationId xmlns:a16="http://schemas.microsoft.com/office/drawing/2014/main" id="{2BBED598-0BBD-1792-671F-A447ED637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4448" y="3749253"/>
            <a:ext cx="311304" cy="2616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defRPr sz="75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75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도움</a:t>
            </a:r>
            <a:endParaRPr sz="1100"/>
          </a:p>
        </p:txBody>
      </p:sp>
      <p:sp>
        <p:nvSpPr>
          <p:cNvPr id="75" name="타원 74">
            <a:extLst xmlns:a="http://schemas.openxmlformats.org/drawingml/2006/main">
              <a:ext uri="{FF2B5EF4-FFF2-40B4-BE49-F238E27FC236}">
                <a16:creationId xmlns:a16="http://schemas.microsoft.com/office/drawing/2014/main" id="{51A9C48F-1769-1064-5EBA-CD6BA5BDC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2133" y="904961"/>
            <a:ext cx="223926" cy="22392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00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 b="1">
                <a:solidFill>
                  <a:schemeClr val="bg1"/>
                </a:solidFill>
              </a:rPr>
              <a:t>1</a:t>
            </a:r>
            <a:endParaRPr sz="1400" b="1">
              <a:solidFill>
                <a:schemeClr val="bg1"/>
              </a:solidFill>
            </a:endParaRPr>
          </a:p>
        </p:txBody>
      </p:sp>
      <p:sp>
        <p:nvSpPr>
          <p:cNvPr id="76" name="타원 75">
            <a:extLst xmlns:a="http://schemas.openxmlformats.org/drawingml/2006/main">
              <a:ext uri="{FF2B5EF4-FFF2-40B4-BE49-F238E27FC236}">
                <a16:creationId xmlns:a16="http://schemas.microsoft.com/office/drawing/2014/main" id="{9EB34DAE-9E09-5449-D298-566C8F2A1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2133" y="1478790"/>
            <a:ext cx="223926" cy="22392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00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 b="1">
                <a:solidFill>
                  <a:schemeClr val="bg1"/>
                </a:solidFill>
              </a:rPr>
              <a:t>2</a:t>
            </a:r>
            <a:endParaRPr sz="1400" b="1">
              <a:solidFill>
                <a:schemeClr val="bg1"/>
              </a:solidFill>
            </a:endParaRPr>
          </a:p>
        </p:txBody>
      </p:sp>
      <p:sp>
        <p:nvSpPr>
          <p:cNvPr id="77" name="타원 76">
            <a:extLst xmlns:a="http://schemas.openxmlformats.org/drawingml/2006/main">
              <a:ext uri="{FF2B5EF4-FFF2-40B4-BE49-F238E27FC236}">
                <a16:creationId xmlns:a16="http://schemas.microsoft.com/office/drawing/2014/main" id="{3C82D986-219B-F00F-B5DB-B888ECE89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2133" y="2052619"/>
            <a:ext cx="223926" cy="22392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00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 b="1">
                <a:solidFill>
                  <a:schemeClr val="bg1"/>
                </a:solidFill>
              </a:rPr>
              <a:t>3</a:t>
            </a:r>
            <a:endParaRPr sz="1400" b="1">
              <a:solidFill>
                <a:schemeClr val="bg1"/>
              </a:solidFill>
            </a:endParaRPr>
          </a:p>
        </p:txBody>
      </p:sp>
      <p:sp>
        <p:nvSpPr>
          <p:cNvPr id="78" name="타원 77">
            <a:extLst xmlns:a="http://schemas.openxmlformats.org/drawingml/2006/main">
              <a:ext uri="{FF2B5EF4-FFF2-40B4-BE49-F238E27FC236}">
                <a16:creationId xmlns:a16="http://schemas.microsoft.com/office/drawing/2014/main" id="{109FCB3F-C0C2-A1BF-8CAA-276738E17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2133" y="2656481"/>
            <a:ext cx="223926" cy="22886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00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 b="1">
                <a:solidFill>
                  <a:schemeClr val="bg1"/>
                </a:solidFill>
              </a:rPr>
              <a:t>4</a:t>
            </a:r>
            <a:endParaRPr sz="1400" b="1">
              <a:solidFill>
                <a:schemeClr val="bg1"/>
              </a:solidFill>
            </a:endParaRPr>
          </a:p>
        </p:txBody>
      </p:sp>
      <p:sp>
        <p:nvSpPr>
          <p:cNvPr id="79" name="타원 78">
            <a:extLst xmlns:a="http://schemas.openxmlformats.org/drawingml/2006/main">
              <a:ext uri="{FF2B5EF4-FFF2-40B4-BE49-F238E27FC236}">
                <a16:creationId xmlns:a16="http://schemas.microsoft.com/office/drawing/2014/main" id="{B4DA0951-D500-5B57-5ACD-201E64F0A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2133" y="3172483"/>
            <a:ext cx="223926" cy="22392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00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 b="1">
                <a:solidFill>
                  <a:schemeClr val="bg1"/>
                </a:solidFill>
              </a:rPr>
              <a:t>5</a:t>
            </a:r>
            <a:endParaRPr sz="1400" b="1">
              <a:solidFill>
                <a:schemeClr val="bg1"/>
              </a:solidFill>
            </a:endParaRPr>
          </a:p>
        </p:txBody>
      </p:sp>
      <p:sp>
        <p:nvSpPr>
          <p:cNvPr id="80" name="타원 79">
            <a:extLst xmlns:a="http://schemas.openxmlformats.org/drawingml/2006/main">
              <a:ext uri="{FF2B5EF4-FFF2-40B4-BE49-F238E27FC236}">
                <a16:creationId xmlns:a16="http://schemas.microsoft.com/office/drawing/2014/main" id="{AD0A111E-2E89-823C-4BF8-84982E008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2133" y="3765660"/>
            <a:ext cx="223926" cy="22392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00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 b="1">
                <a:solidFill>
                  <a:schemeClr val="bg1"/>
                </a:solidFill>
              </a:rPr>
              <a:t>6</a:t>
            </a:r>
            <a:endParaRPr sz="1400" b="1">
              <a:solidFill>
                <a:schemeClr val="bg1"/>
              </a:solidFill>
            </a:endParaRPr>
          </a:p>
        </p:txBody>
      </p:sp>
      <p:sp>
        <p:nvSpPr>
          <p:cNvPr id="81" name="타원 80">
            <a:extLst xmlns:a="http://schemas.openxmlformats.org/drawingml/2006/main">
              <a:ext uri="{FF2B5EF4-FFF2-40B4-BE49-F238E27FC236}">
                <a16:creationId xmlns:a16="http://schemas.microsoft.com/office/drawing/2014/main" id="{DE2695AB-5E1D-BE8B-8B70-8643CA811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4675" y="770983"/>
            <a:ext cx="223926" cy="22392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00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 b="1">
                <a:solidFill>
                  <a:schemeClr val="bg1"/>
                </a:solidFill>
              </a:rPr>
              <a:t>7</a:t>
            </a:r>
            <a:endParaRPr sz="1400" b="1">
              <a:solidFill>
                <a:schemeClr val="bg1"/>
              </a:solidFill>
            </a:endParaRPr>
          </a:p>
        </p:txBody>
      </p:sp>
      <p:sp>
        <p:nvSpPr>
          <p:cNvPr id="82" name="타원 81">
            <a:extLst xmlns:a="http://schemas.openxmlformats.org/drawingml/2006/main">
              <a:ext uri="{FF2B5EF4-FFF2-40B4-BE49-F238E27FC236}">
                <a16:creationId xmlns:a16="http://schemas.microsoft.com/office/drawing/2014/main" id="{5606C5DC-C2DF-743A-FC08-9B4686404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3789" y="3632420"/>
            <a:ext cx="223926" cy="22392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00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 b="1">
                <a:solidFill>
                  <a:schemeClr val="bg1"/>
                </a:solidFill>
              </a:rPr>
              <a:t>8</a:t>
            </a:r>
            <a:endParaRPr sz="1400" b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0962209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직사각형 3">
            <a:extLst xmlns:a="http://schemas.openxmlformats.org/drawingml/2006/main">
              <a:ext uri="{FF2B5EF4-FFF2-40B4-BE49-F238E27FC236}">
                <a16:creationId xmlns:a16="http://schemas.microsoft.com/office/drawing/2014/main" id="{17CCAA0A-5307-48D3-9858-F46440A1D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"/>
            <a:ext cx="2743201" cy="68579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0D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600"/>
          </a:p>
        </p:txBody>
      </p:sp>
      <p:sp>
        <p:nvSpPr>
          <p:cNvPr id="17" name="직사각형 16">
            <a:extLst xmlns:a="http://schemas.openxmlformats.org/drawingml/2006/main">
              <a:ext uri="{FF2B5EF4-FFF2-40B4-BE49-F238E27FC236}">
                <a16:creationId xmlns:a16="http://schemas.microsoft.com/office/drawing/2014/main" id="{F2EE50EF-1C64-4D24-A8FC-FEB31ECAB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5172074"/>
            <a:ext cx="7162799" cy="168592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600"/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17EFCDDE-1130-408D-9BF1-4DAA52C21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0037" y="5412546"/>
            <a:ext cx="1005403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600" b="1"/>
              <a:t>화면설명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0DBB6D9D-7151-48F9-9712-A4D8DDC0A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0036" y="5781724"/>
            <a:ext cx="6687844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200"/>
              <a:t>① 필수값·증빙 상태·형식·글자 수·일관성을 검사한다.</a:t>
            </a:r>
          </a:p>
          <a:p xmlns:a="http://schemas.openxmlformats.org/drawingml/2006/main">
            <a:r>
              <a:rPr sz="1200"/>
              <a:t>② 오류와 사용자 판단 권고를 구분해 해결 방법을 표시한다.</a:t>
            </a:r>
          </a:p>
          <a:p xmlns:a="http://schemas.openxmlformats.org/drawingml/2006/main">
            <a:r>
              <a:rPr sz="1200"/>
              <a:t>③ 공고 변경 시 변경 항목의 재확인을 요구한다.</a:t>
            </a:r>
          </a:p>
          <a:p xmlns:a="http://schemas.openxmlformats.org/drawingml/2006/main">
            <a:r>
              <a:rPr sz="1200"/>
              <a:t>④ 최종 확인 후 PDF·DOCX를 받고 공식 사이트로 이동한다.</a:t>
            </a:r>
          </a:p>
        </p:txBody>
      </p:sp>
      <p:sp>
        <p:nvSpPr>
          <p:cNvPr id="2" name="직사각형 1">
            <a:extLst xmlns:a="http://schemas.openxmlformats.org/drawingml/2006/main">
              <a:ext uri="{FF2B5EF4-FFF2-40B4-BE49-F238E27FC236}">
                <a16:creationId xmlns:a16="http://schemas.microsoft.com/office/drawing/2014/main" id="{2C5E6D3A-1F98-A7A1-F76B-3DF2DF7FF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"/>
            <a:ext cx="2743201" cy="685799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6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600"/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684C5B66-E2BA-C71B-F0E8-C823E79C1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86056" y="435384"/>
            <a:ext cx="872355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600" b="1">
                <a:solidFill>
                  <a:schemeClr val="bg1"/>
                </a:solidFill>
              </a:rPr>
              <a:t>화면 </a:t>
            </a:r>
            <a:r>
              <a:rPr sz="1600" b="1">
                <a:solidFill>
                  <a:schemeClr val="bg1"/>
                </a:solidFill>
              </a:rPr>
              <a:t>ID </a:t>
            </a:r>
            <a:endParaRPr sz="1600" b="1">
              <a:solidFill>
                <a:schemeClr val="bg1"/>
              </a:solidFill>
            </a:endParaR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069BD7A6-F08F-9C73-39AB-FF7DE37F1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86056" y="766462"/>
            <a:ext cx="2171089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200">
                <a:solidFill>
                  <a:schemeClr val="bg1"/>
                </a:solidFill>
              </a:rPr>
              <a:t>DOC_VALIDATE_01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F27DB6E3-593C-2CD3-6CB3-2796D0833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86056" y="1318508"/>
            <a:ext cx="1005403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600" b="1">
                <a:solidFill>
                  <a:schemeClr val="bg1"/>
                </a:solidFill>
              </a:rPr>
              <a:t>화면이름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18537E69-BBEC-9364-0126-0BB4E7ED4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86056" y="1649586"/>
            <a:ext cx="2171089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200">
                <a:solidFill>
                  <a:schemeClr val="bg1"/>
                </a:solidFill>
              </a:rPr>
              <a:t>제출 전 점검·내보내기</a:t>
            </a:r>
            <a:endParaRPr sz="1200">
              <a:solidFill>
                <a:schemeClr val="bg1"/>
              </a:solidFill>
            </a:endParaRP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FE6A5A0E-6213-1221-0832-D874A4969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86056" y="2386298"/>
            <a:ext cx="1898277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600" b="1">
                <a:solidFill>
                  <a:schemeClr val="bg1"/>
                </a:solidFill>
              </a:rPr>
              <a:t>관련</a:t>
            </a:r>
            <a:r>
              <a:rPr sz="1600" b="1">
                <a:solidFill>
                  <a:schemeClr val="bg1"/>
                </a:solidFill>
              </a:rPr>
              <a:t> </a:t>
            </a:r>
            <a:r>
              <a:rPr sz="1600" b="1">
                <a:solidFill>
                  <a:schemeClr val="bg1"/>
                </a:solidFill>
              </a:rPr>
              <a:t>유스케이스</a:t>
            </a:r>
            <a:r>
              <a:rPr sz="1600" b="1">
                <a:solidFill>
                  <a:schemeClr val="bg1"/>
                </a:solidFill>
              </a:rPr>
              <a:t> </a:t>
            </a:r>
            <a:r>
              <a:rPr sz="1600" b="1">
                <a:solidFill>
                  <a:schemeClr val="bg1"/>
                </a:solidFill>
              </a:rPr>
              <a:t>ID</a:t>
            </a:r>
            <a:endParaRPr sz="1600" b="1">
              <a:solidFill>
                <a:schemeClr val="bg1"/>
              </a:solidFill>
            </a:endParaRP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F61305A1-4EF3-9CC6-66B6-231F2BB6D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86056" y="2717376"/>
            <a:ext cx="2171089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200">
                <a:solidFill>
                  <a:schemeClr val="bg1"/>
                </a:solidFill>
              </a:rPr>
              <a:t>MST_900</a:t>
            </a: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01AD7CA1-2A77-6AF6-AE7A-F3255BAE2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86056" y="5814539"/>
            <a:ext cx="800219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600" b="1">
                <a:solidFill>
                  <a:schemeClr val="bg1"/>
                </a:solidFill>
              </a:rPr>
              <a:t>작성자</a:t>
            </a: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6AB5618F-88F0-F1D6-6CB8-FB97C8241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86056" y="6145617"/>
            <a:ext cx="2171089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200">
                <a:solidFill>
                  <a:schemeClr val="bg1"/>
                </a:solidFill>
              </a:rPr>
              <a:t>민경석 외 3명</a:t>
            </a:r>
            <a:endParaRPr sz="1200">
              <a:solidFill>
                <a:schemeClr val="bg1"/>
              </a:solidFill>
            </a:endParaRPr>
          </a:p>
        </p:txBody>
      </p:sp>
      <p:sp>
        <p:nvSpPr>
          <p:cNvPr id="40" name="TextBox 39">
            <a:extLst xmlns:a="http://schemas.openxmlformats.org/drawingml/2006/main">
              <a:ext uri="{FF2B5EF4-FFF2-40B4-BE49-F238E27FC236}">
                <a16:creationId xmlns:a16="http://schemas.microsoft.com/office/drawing/2014/main" id="{386070AB-656E-35FF-C9DB-75734CAA4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86055" y="3290063"/>
            <a:ext cx="1005403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600" b="1">
                <a:solidFill>
                  <a:schemeClr val="bg1"/>
                </a:solidFill>
              </a:rPr>
              <a:t>화면개요</a:t>
            </a:r>
          </a:p>
        </p:txBody>
      </p:sp>
      <p:sp>
        <p:nvSpPr>
          <p:cNvPr id="41" name="TextBox 40">
            <a:extLst xmlns:a="http://schemas.openxmlformats.org/drawingml/2006/main">
              <a:ext uri="{FF2B5EF4-FFF2-40B4-BE49-F238E27FC236}">
                <a16:creationId xmlns:a16="http://schemas.microsoft.com/office/drawing/2014/main" id="{1D06E145-6BA5-8E97-9DA2-64AAA20B9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86055" y="3621141"/>
            <a:ext cx="2171089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200">
                <a:solidFill>
                  <a:schemeClr val="bg1"/>
                </a:solidFill>
              </a:rPr>
              <a:t>누락과 형식을 검사하고 작성본을 내려받음</a:t>
            </a:r>
            <a:endParaRPr sz="1200">
              <a:solidFill>
                <a:schemeClr val="bg1"/>
              </a:solidFill>
            </a:endParaRPr>
          </a:p>
        </p:txBody>
      </p:sp>
      <p:sp>
        <p:nvSpPr>
          <p:cNvPr id="43" name="TextBox 42">
            <a:extLst xmlns:a="http://schemas.openxmlformats.org/drawingml/2006/main">
              <a:ext uri="{FF2B5EF4-FFF2-40B4-BE49-F238E27FC236}">
                <a16:creationId xmlns:a16="http://schemas.microsoft.com/office/drawing/2014/main" id="{749DC042-DED4-273C-0554-67E51257F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86055" y="4504265"/>
            <a:ext cx="1098173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600" b="1">
                <a:solidFill>
                  <a:schemeClr val="bg1"/>
                </a:solidFill>
              </a:rPr>
              <a:t>메뉴경로</a:t>
            </a:r>
          </a:p>
        </p:txBody>
      </p:sp>
      <p:sp>
        <p:nvSpPr>
          <p:cNvPr id="44" name="TextBox 43">
            <a:extLst xmlns:a="http://schemas.openxmlformats.org/drawingml/2006/main">
              <a:ext uri="{FF2B5EF4-FFF2-40B4-BE49-F238E27FC236}">
                <a16:creationId xmlns:a16="http://schemas.microsoft.com/office/drawing/2014/main" id="{B39A8AB4-D95E-0C4C-97FE-B8E59B4A6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86055" y="4835343"/>
            <a:ext cx="2371420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200">
                <a:solidFill>
                  <a:schemeClr val="bg1"/>
                </a:solidFill>
              </a:rPr>
              <a:t>신청 준비함/제출 전 점검</a:t>
            </a:r>
            <a:endParaRPr sz="1200">
              <a:solidFill>
                <a:schemeClr val="bg1"/>
              </a:solidFill>
            </a:endParaRPr>
          </a:p>
        </p:txBody>
      </p:sp>
      <p:sp>
        <p:nvSpPr>
          <p:cNvPr id="45" name="TextBox 44">
            <a:extLst xmlns:a="http://schemas.openxmlformats.org/drawingml/2006/main">
              <a:ext uri="{FF2B5EF4-FFF2-40B4-BE49-F238E27FC236}">
                <a16:creationId xmlns:a16="http://schemas.microsoft.com/office/drawing/2014/main" id="{700231D3-C272-556F-D475-C3B3D7F9F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889" y="250718"/>
            <a:ext cx="1107996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제출 전 점검</a:t>
            </a:r>
          </a:p>
        </p:txBody>
      </p:sp>
      <p:sp>
        <p:nvSpPr>
          <p:cNvPr id="46" name="TextBox 45">
            <a:extLst xmlns:a="http://schemas.openxmlformats.org/drawingml/2006/main">
              <a:ext uri="{FF2B5EF4-FFF2-40B4-BE49-F238E27FC236}">
                <a16:creationId xmlns:a16="http://schemas.microsoft.com/office/drawing/2014/main" id="{51D24EE1-E966-FCCA-7F33-B08EE9A22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3220" y="904961"/>
            <a:ext cx="607859" cy="2616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100"/>
              <a:t>필수 문항</a:t>
            </a:r>
            <a:endParaRPr sz="1100"/>
          </a:p>
        </p:txBody>
      </p:sp>
      <p:sp>
        <p:nvSpPr>
          <p:cNvPr id="47" name="TextBox 46">
            <a:extLst xmlns:a="http://schemas.openxmlformats.org/drawingml/2006/main">
              <a:ext uri="{FF2B5EF4-FFF2-40B4-BE49-F238E27FC236}">
                <a16:creationId xmlns:a16="http://schemas.microsoft.com/office/drawing/2014/main" id="{6A1C0DE8-32F0-0C32-BBBC-A8F6DEA30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3220" y="1472396"/>
            <a:ext cx="748923" cy="2616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100"/>
              <a:t>증빙 상태</a:t>
            </a:r>
            <a:endParaRPr sz="1100"/>
          </a:p>
        </p:txBody>
      </p:sp>
      <p:sp>
        <p:nvSpPr>
          <p:cNvPr id="48" name="TextBox 47">
            <a:extLst xmlns:a="http://schemas.openxmlformats.org/drawingml/2006/main">
              <a:ext uri="{FF2B5EF4-FFF2-40B4-BE49-F238E27FC236}">
                <a16:creationId xmlns:a16="http://schemas.microsoft.com/office/drawing/2014/main" id="{886820B5-EED8-FA6D-1FF4-EB009740F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3220" y="2044968"/>
            <a:ext cx="1204176" cy="2616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100"/>
              <a:t>입력 형식</a:t>
            </a:r>
            <a:endParaRPr sz="1100"/>
          </a:p>
        </p:txBody>
      </p:sp>
      <p:sp>
        <p:nvSpPr>
          <p:cNvPr id="49" name="TextBox 48">
            <a:extLst xmlns:a="http://schemas.openxmlformats.org/drawingml/2006/main">
              <a:ext uri="{FF2B5EF4-FFF2-40B4-BE49-F238E27FC236}">
                <a16:creationId xmlns:a16="http://schemas.microsoft.com/office/drawing/2014/main" id="{F7E5617A-7BA6-A6F6-EB41-8CD2E55EA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3220" y="2613063"/>
            <a:ext cx="466794" cy="2616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100"/>
              <a:t>글자 수</a:t>
            </a:r>
            <a:endParaRPr sz="1100"/>
          </a:p>
        </p:txBody>
      </p:sp>
      <p:sp>
        <p:nvSpPr>
          <p:cNvPr id="51" name="TextBox 50">
            <a:extLst xmlns:a="http://schemas.openxmlformats.org/drawingml/2006/main">
              <a:ext uri="{FF2B5EF4-FFF2-40B4-BE49-F238E27FC236}">
                <a16:creationId xmlns:a16="http://schemas.microsoft.com/office/drawing/2014/main" id="{719536E6-D7B4-EE78-8F65-370E1ECC5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3220" y="3181158"/>
            <a:ext cx="922047" cy="2616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100"/>
              <a:t>정보 일치</a:t>
            </a:r>
          </a:p>
        </p:txBody>
      </p:sp>
      <p:sp>
        <p:nvSpPr>
          <p:cNvPr id="52" name="TextBox 51">
            <a:extLst xmlns:a="http://schemas.openxmlformats.org/drawingml/2006/main">
              <a:ext uri="{FF2B5EF4-FFF2-40B4-BE49-F238E27FC236}">
                <a16:creationId xmlns:a16="http://schemas.microsoft.com/office/drawing/2014/main" id="{04BEE536-713E-8D0F-2913-513A6F9F2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3220" y="3749253"/>
            <a:ext cx="607859" cy="2616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100"/>
              <a:t>공고 버전</a:t>
            </a:r>
            <a:endParaRPr sz="1100"/>
          </a:p>
        </p:txBody>
      </p:sp>
      <p:sp>
        <p:nvSpPr>
          <p:cNvPr id="53" name="사각형: 둥근 모서리 52">
            <a:extLst xmlns:a="http://schemas.openxmlformats.org/drawingml/2006/main">
              <a:ext uri="{FF2B5EF4-FFF2-40B4-BE49-F238E27FC236}">
                <a16:creationId xmlns:a16="http://schemas.microsoft.com/office/drawing/2014/main" id="{4BF1CDD4-32B6-1D50-E144-A39B7F222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4693" y="4289272"/>
            <a:ext cx="1667205" cy="28559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bg2">
              <a:lumMod val="5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/>
              <a:t>검증 실행</a:t>
            </a:r>
          </a:p>
        </p:txBody>
      </p:sp>
      <p:sp>
        <p:nvSpPr>
          <p:cNvPr id="54" name="직사각형 53">
            <a:extLst xmlns:a="http://schemas.openxmlformats.org/drawingml/2006/main">
              <a:ext uri="{FF2B5EF4-FFF2-40B4-BE49-F238E27FC236}">
                <a16:creationId xmlns:a16="http://schemas.microsoft.com/office/drawing/2014/main" id="{583B3065-042D-0EE4-1E6E-BC38A0991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4694" y="904961"/>
            <a:ext cx="1685925" cy="2616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모두 입력</a:t>
            </a:r>
            <a:endParaRPr sz="1100">
              <a:solidFill>
                <a:schemeClr val="tx1"/>
              </a:solidFill>
            </a:endParaRPr>
          </a:p>
        </p:txBody>
      </p:sp>
      <p:sp>
        <p:nvSpPr>
          <p:cNvPr id="55" name="직사각형 54">
            <a:extLst xmlns:a="http://schemas.openxmlformats.org/drawingml/2006/main">
              <a:ext uri="{FF2B5EF4-FFF2-40B4-BE49-F238E27FC236}">
                <a16:creationId xmlns:a16="http://schemas.microsoft.com/office/drawing/2014/main" id="{07B62099-26D6-E4EB-0BAB-0832BFFAA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4694" y="1472396"/>
            <a:ext cx="1685925" cy="2616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1건 미완료</a:t>
            </a:r>
            <a:endParaRPr sz="1100">
              <a:solidFill>
                <a:schemeClr val="tx1"/>
              </a:solidFill>
            </a:endParaRPr>
          </a:p>
        </p:txBody>
      </p:sp>
      <p:sp>
        <p:nvSpPr>
          <p:cNvPr id="56" name="직사각형 55">
            <a:extLst xmlns:a="http://schemas.openxmlformats.org/drawingml/2006/main">
              <a:ext uri="{FF2B5EF4-FFF2-40B4-BE49-F238E27FC236}">
                <a16:creationId xmlns:a16="http://schemas.microsoft.com/office/drawing/2014/main" id="{1FB9194B-FAF4-FF1A-B2D3-ACA1B5EBE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5974" y="2039831"/>
            <a:ext cx="1685925" cy="2616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연락처 정상</a:t>
            </a:r>
            <a:endParaRPr sz="1100">
              <a:solidFill>
                <a:schemeClr val="tx1"/>
              </a:solidFill>
            </a:endParaRPr>
          </a:p>
        </p:txBody>
      </p:sp>
      <p:sp>
        <p:nvSpPr>
          <p:cNvPr id="57" name="직사각형 56">
            <a:extLst xmlns:a="http://schemas.openxmlformats.org/drawingml/2006/main">
              <a:ext uri="{FF2B5EF4-FFF2-40B4-BE49-F238E27FC236}">
                <a16:creationId xmlns:a16="http://schemas.microsoft.com/office/drawing/2014/main" id="{B66F31FB-12D1-FA23-0250-609C7B2F9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5974" y="2613063"/>
            <a:ext cx="1685925" cy="2616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제한 이내</a:t>
            </a:r>
          </a:p>
        </p:txBody>
      </p:sp>
      <p:sp>
        <p:nvSpPr>
          <p:cNvPr id="58" name="직사각형 57">
            <a:extLst xmlns:a="http://schemas.openxmlformats.org/drawingml/2006/main">
              <a:ext uri="{FF2B5EF4-FFF2-40B4-BE49-F238E27FC236}">
                <a16:creationId xmlns:a16="http://schemas.microsoft.com/office/drawing/2014/main" id="{0EF75571-6533-12E2-3ADF-E488BF69A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5974" y="3153641"/>
            <a:ext cx="1685925" cy="2616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주소 재확인</a:t>
            </a:r>
            <a:endParaRPr sz="1100">
              <a:solidFill>
                <a:schemeClr val="tx1"/>
              </a:solidFill>
            </a:endParaRPr>
          </a:p>
        </p:txBody>
      </p:sp>
      <p:sp>
        <p:nvSpPr>
          <p:cNvPr id="59" name="직사각형 58">
            <a:extLst xmlns:a="http://schemas.openxmlformats.org/drawingml/2006/main">
              <a:ext uri="{FF2B5EF4-FFF2-40B4-BE49-F238E27FC236}">
                <a16:creationId xmlns:a16="http://schemas.microsoft.com/office/drawing/2014/main" id="{F2E6E33B-9BBD-DF40-3028-46AC182F7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5974" y="3746818"/>
            <a:ext cx="919601" cy="2616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최신 · 확인 완료</a:t>
            </a:r>
            <a:endParaRPr sz="1100">
              <a:solidFill>
                <a:schemeClr val="tx1"/>
              </a:solidFill>
            </a:endParaRPr>
          </a:p>
        </p:txBody>
      </p:sp>
      <p:sp>
        <p:nvSpPr>
          <p:cNvPr id="60" name="사각형: 둥근 모서리 59">
            <a:extLst xmlns:a="http://schemas.openxmlformats.org/drawingml/2006/main">
              <a:ext uri="{FF2B5EF4-FFF2-40B4-BE49-F238E27FC236}">
                <a16:creationId xmlns:a16="http://schemas.microsoft.com/office/drawing/2014/main" id="{E1CE4F41-90FD-4E55-05A0-85946499D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2069" y="904961"/>
            <a:ext cx="938981" cy="26161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bg2">
              <a:lumMod val="5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/>
              <a:t>PDF</a:t>
            </a:r>
          </a:p>
        </p:txBody>
      </p:sp>
      <p:sp>
        <p:nvSpPr>
          <p:cNvPr id="61" name="직사각형 60">
            <a:extLst xmlns:a="http://schemas.openxmlformats.org/drawingml/2006/main">
              <a:ext uri="{FF2B5EF4-FFF2-40B4-BE49-F238E27FC236}">
                <a16:creationId xmlns:a16="http://schemas.microsoft.com/office/drawing/2014/main" id="{05CCDA59-ADE6-9A40-054D-9484DC61F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5752" y="3746818"/>
            <a:ext cx="919601" cy="2616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rPr sz="1100">
                <a:solidFill>
                  <a:schemeClr val="tx1"/>
                </a:solidFill>
              </a:rPr>
              <a:t>DOCX</a:t>
            </a:r>
            <a:endParaRPr sz="1100">
              <a:solidFill>
                <a:schemeClr val="tx1"/>
              </a:solidFill>
            </a:endParaRPr>
          </a:p>
        </p:txBody>
      </p:sp>
      <p:sp>
        <p:nvSpPr>
          <p:cNvPr id="62" name="TextBox 61">
            <a:extLst xmlns:a="http://schemas.openxmlformats.org/drawingml/2006/main">
              <a:ext uri="{FF2B5EF4-FFF2-40B4-BE49-F238E27FC236}">
                <a16:creationId xmlns:a16="http://schemas.microsoft.com/office/drawing/2014/main" id="{2BBED598-0BBD-1792-671F-A447ED637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4448" y="3749253"/>
            <a:ext cx="311304" cy="2616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defRPr sz="75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75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형식</a:t>
            </a:r>
            <a:endParaRPr sz="1100"/>
          </a:p>
        </p:txBody>
      </p:sp>
      <p:sp>
        <p:nvSpPr>
          <p:cNvPr id="75" name="타원 74">
            <a:extLst xmlns:a="http://schemas.openxmlformats.org/drawingml/2006/main">
              <a:ext uri="{FF2B5EF4-FFF2-40B4-BE49-F238E27FC236}">
                <a16:creationId xmlns:a16="http://schemas.microsoft.com/office/drawing/2014/main" id="{51A9C48F-1769-1064-5EBA-CD6BA5BDC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2133" y="904961"/>
            <a:ext cx="223926" cy="22392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00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 b="1">
                <a:solidFill>
                  <a:schemeClr val="bg1"/>
                </a:solidFill>
              </a:rPr>
              <a:t>1</a:t>
            </a:r>
            <a:endParaRPr sz="1400" b="1">
              <a:solidFill>
                <a:schemeClr val="bg1"/>
              </a:solidFill>
            </a:endParaRPr>
          </a:p>
        </p:txBody>
      </p:sp>
      <p:sp>
        <p:nvSpPr>
          <p:cNvPr id="76" name="타원 75">
            <a:extLst xmlns:a="http://schemas.openxmlformats.org/drawingml/2006/main">
              <a:ext uri="{FF2B5EF4-FFF2-40B4-BE49-F238E27FC236}">
                <a16:creationId xmlns:a16="http://schemas.microsoft.com/office/drawing/2014/main" id="{9EB34DAE-9E09-5449-D298-566C8F2A1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2133" y="1478790"/>
            <a:ext cx="223926" cy="22392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00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 b="1">
                <a:solidFill>
                  <a:schemeClr val="bg1"/>
                </a:solidFill>
              </a:rPr>
              <a:t>2</a:t>
            </a:r>
            <a:endParaRPr sz="1400" b="1">
              <a:solidFill>
                <a:schemeClr val="bg1"/>
              </a:solidFill>
            </a:endParaRPr>
          </a:p>
        </p:txBody>
      </p:sp>
      <p:sp>
        <p:nvSpPr>
          <p:cNvPr id="77" name="타원 76">
            <a:extLst xmlns:a="http://schemas.openxmlformats.org/drawingml/2006/main">
              <a:ext uri="{FF2B5EF4-FFF2-40B4-BE49-F238E27FC236}">
                <a16:creationId xmlns:a16="http://schemas.microsoft.com/office/drawing/2014/main" id="{3C82D986-219B-F00F-B5DB-B888ECE89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2133" y="2052619"/>
            <a:ext cx="223926" cy="22392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00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 b="1">
                <a:solidFill>
                  <a:schemeClr val="bg1"/>
                </a:solidFill>
              </a:rPr>
              <a:t>3</a:t>
            </a:r>
            <a:endParaRPr sz="1400" b="1">
              <a:solidFill>
                <a:schemeClr val="bg1"/>
              </a:solidFill>
            </a:endParaRPr>
          </a:p>
        </p:txBody>
      </p:sp>
      <p:sp>
        <p:nvSpPr>
          <p:cNvPr id="78" name="타원 77">
            <a:extLst xmlns:a="http://schemas.openxmlformats.org/drawingml/2006/main">
              <a:ext uri="{FF2B5EF4-FFF2-40B4-BE49-F238E27FC236}">
                <a16:creationId xmlns:a16="http://schemas.microsoft.com/office/drawing/2014/main" id="{109FCB3F-C0C2-A1BF-8CAA-276738E17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2133" y="2656481"/>
            <a:ext cx="223926" cy="22886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00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 b="1">
                <a:solidFill>
                  <a:schemeClr val="bg1"/>
                </a:solidFill>
              </a:rPr>
              <a:t>4</a:t>
            </a:r>
            <a:endParaRPr sz="1400" b="1">
              <a:solidFill>
                <a:schemeClr val="bg1"/>
              </a:solidFill>
            </a:endParaRPr>
          </a:p>
        </p:txBody>
      </p:sp>
      <p:sp>
        <p:nvSpPr>
          <p:cNvPr id="79" name="타원 78">
            <a:extLst xmlns:a="http://schemas.openxmlformats.org/drawingml/2006/main">
              <a:ext uri="{FF2B5EF4-FFF2-40B4-BE49-F238E27FC236}">
                <a16:creationId xmlns:a16="http://schemas.microsoft.com/office/drawing/2014/main" id="{B4DA0951-D500-5B57-5ACD-201E64F0A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2133" y="3172483"/>
            <a:ext cx="223926" cy="22392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00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 b="1">
                <a:solidFill>
                  <a:schemeClr val="bg1"/>
                </a:solidFill>
              </a:rPr>
              <a:t>5</a:t>
            </a:r>
            <a:endParaRPr sz="1400" b="1">
              <a:solidFill>
                <a:schemeClr val="bg1"/>
              </a:solidFill>
            </a:endParaRPr>
          </a:p>
        </p:txBody>
      </p:sp>
      <p:sp>
        <p:nvSpPr>
          <p:cNvPr id="80" name="타원 79">
            <a:extLst xmlns:a="http://schemas.openxmlformats.org/drawingml/2006/main">
              <a:ext uri="{FF2B5EF4-FFF2-40B4-BE49-F238E27FC236}">
                <a16:creationId xmlns:a16="http://schemas.microsoft.com/office/drawing/2014/main" id="{AD0A111E-2E89-823C-4BF8-84982E008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2133" y="3765660"/>
            <a:ext cx="223926" cy="22392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00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 b="1">
                <a:solidFill>
                  <a:schemeClr val="bg1"/>
                </a:solidFill>
              </a:rPr>
              <a:t>6</a:t>
            </a:r>
            <a:endParaRPr sz="1400" b="1">
              <a:solidFill>
                <a:schemeClr val="bg1"/>
              </a:solidFill>
            </a:endParaRPr>
          </a:p>
        </p:txBody>
      </p:sp>
      <p:sp>
        <p:nvSpPr>
          <p:cNvPr id="81" name="타원 80">
            <a:extLst xmlns:a="http://schemas.openxmlformats.org/drawingml/2006/main">
              <a:ext uri="{FF2B5EF4-FFF2-40B4-BE49-F238E27FC236}">
                <a16:creationId xmlns:a16="http://schemas.microsoft.com/office/drawing/2014/main" id="{DE2695AB-5E1D-BE8B-8B70-8643CA811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4675" y="770983"/>
            <a:ext cx="223926" cy="22392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00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 b="1">
                <a:solidFill>
                  <a:schemeClr val="bg1"/>
                </a:solidFill>
              </a:rPr>
              <a:t>7</a:t>
            </a:r>
            <a:endParaRPr sz="1400" b="1">
              <a:solidFill>
                <a:schemeClr val="bg1"/>
              </a:solidFill>
            </a:endParaRPr>
          </a:p>
        </p:txBody>
      </p:sp>
      <p:sp>
        <p:nvSpPr>
          <p:cNvPr id="82" name="타원 81">
            <a:extLst xmlns:a="http://schemas.openxmlformats.org/drawingml/2006/main">
              <a:ext uri="{FF2B5EF4-FFF2-40B4-BE49-F238E27FC236}">
                <a16:creationId xmlns:a16="http://schemas.microsoft.com/office/drawing/2014/main" id="{5606C5DC-C2DF-743A-FC08-9B4686404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3789" y="3632420"/>
            <a:ext cx="223926" cy="22392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00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 b="1">
                <a:solidFill>
                  <a:schemeClr val="bg1"/>
                </a:solidFill>
              </a:rPr>
              <a:t>8</a:t>
            </a:r>
            <a:endParaRPr sz="1400" b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0962209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직사각형 3">
            <a:extLst xmlns:a="http://schemas.openxmlformats.org/drawingml/2006/main">
              <a:ext uri="{FF2B5EF4-FFF2-40B4-BE49-F238E27FC236}">
                <a16:creationId xmlns:a16="http://schemas.microsoft.com/office/drawing/2014/main" id="{17CCAA0A-5307-48D3-9858-F46440A1D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"/>
            <a:ext cx="2743201" cy="68579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0D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600"/>
          </a:p>
        </p:txBody>
      </p:sp>
      <p:sp>
        <p:nvSpPr>
          <p:cNvPr id="17" name="직사각형 16">
            <a:extLst xmlns:a="http://schemas.openxmlformats.org/drawingml/2006/main">
              <a:ext uri="{FF2B5EF4-FFF2-40B4-BE49-F238E27FC236}">
                <a16:creationId xmlns:a16="http://schemas.microsoft.com/office/drawing/2014/main" id="{F2EE50EF-1C64-4D24-A8FC-FEB31ECAB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5172074"/>
            <a:ext cx="7162799" cy="168592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600"/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17EFCDDE-1130-408D-9BF1-4DAA52C21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0037" y="5412546"/>
            <a:ext cx="1005403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600" b="1"/>
              <a:t>화면설명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0DBB6D9D-7151-48F9-9712-A4D8DDC0A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0036" y="5781724"/>
            <a:ext cx="6687844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200"/>
              <a:t>① 프로필·관심 정책·알림을 통합 조회한다.</a:t>
            </a:r>
          </a:p>
          <a:p xmlns:a="http://schemas.openxmlformats.org/drawingml/2006/main">
            <a:r>
              <a:rPr sz="1200"/>
              <a:t>② 최근 상담과 자격 진단 이력을 다시 열 수 있다.</a:t>
            </a:r>
          </a:p>
          <a:p xmlns:a="http://schemas.openxmlformats.org/drawingml/2006/main">
            <a:r>
              <a:rPr sz="1200"/>
              <a:t>③ 진행 중인 신청 준비 건을 이어서 작성한다.</a:t>
            </a:r>
          </a:p>
          <a:p xmlns:a="http://schemas.openxmlformats.org/drawingml/2006/main">
            <a:r>
              <a:rPr sz="1200"/>
              <a:t>④ 신청 준비 건 삭제 시 관련 임시 파일도 삭제한다.</a:t>
            </a:r>
          </a:p>
        </p:txBody>
      </p:sp>
      <p:sp>
        <p:nvSpPr>
          <p:cNvPr id="2" name="직사각형 1">
            <a:extLst xmlns:a="http://schemas.openxmlformats.org/drawingml/2006/main">
              <a:ext uri="{FF2B5EF4-FFF2-40B4-BE49-F238E27FC236}">
                <a16:creationId xmlns:a16="http://schemas.microsoft.com/office/drawing/2014/main" id="{2C5E6D3A-1F98-A7A1-F76B-3DF2DF7FF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"/>
            <a:ext cx="2743201" cy="685799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6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600"/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684C5B66-E2BA-C71B-F0E8-C823E79C1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86056" y="435384"/>
            <a:ext cx="872355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600" b="1">
                <a:solidFill>
                  <a:schemeClr val="bg1"/>
                </a:solidFill>
              </a:rPr>
              <a:t>화면 </a:t>
            </a:r>
            <a:r>
              <a:rPr sz="1600" b="1">
                <a:solidFill>
                  <a:schemeClr val="bg1"/>
                </a:solidFill>
              </a:rPr>
              <a:t>ID </a:t>
            </a:r>
            <a:endParaRPr sz="1600" b="1">
              <a:solidFill>
                <a:schemeClr val="bg1"/>
              </a:solidFill>
            </a:endParaR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069BD7A6-F08F-9C73-39AB-FF7DE37F1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86056" y="766462"/>
            <a:ext cx="2171089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200">
                <a:solidFill>
                  <a:schemeClr val="bg1"/>
                </a:solidFill>
              </a:rPr>
              <a:t>MYPAGE_01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F27DB6E3-593C-2CD3-6CB3-2796D0833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86056" y="1318508"/>
            <a:ext cx="1005403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600" b="1">
                <a:solidFill>
                  <a:schemeClr val="bg1"/>
                </a:solidFill>
              </a:rPr>
              <a:t>화면이름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18537E69-BBEC-9364-0126-0BB4E7ED4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86056" y="1649586"/>
            <a:ext cx="2171089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200">
                <a:solidFill>
                  <a:schemeClr val="bg1"/>
                </a:solidFill>
              </a:rPr>
              <a:t>마이페이지</a:t>
            </a:r>
            <a:endParaRPr sz="1200">
              <a:solidFill>
                <a:schemeClr val="bg1"/>
              </a:solidFill>
            </a:endParaRP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FE6A5A0E-6213-1221-0832-D874A4969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86056" y="2386298"/>
            <a:ext cx="1898277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600" b="1">
                <a:solidFill>
                  <a:schemeClr val="bg1"/>
                </a:solidFill>
              </a:rPr>
              <a:t>관련</a:t>
            </a:r>
            <a:r>
              <a:rPr sz="1600" b="1">
                <a:solidFill>
                  <a:schemeClr val="bg1"/>
                </a:solidFill>
              </a:rPr>
              <a:t> </a:t>
            </a:r>
            <a:r>
              <a:rPr sz="1600" b="1">
                <a:solidFill>
                  <a:schemeClr val="bg1"/>
                </a:solidFill>
              </a:rPr>
              <a:t>유스케이스</a:t>
            </a:r>
            <a:r>
              <a:rPr sz="1600" b="1">
                <a:solidFill>
                  <a:schemeClr val="bg1"/>
                </a:solidFill>
              </a:rPr>
              <a:t> </a:t>
            </a:r>
            <a:r>
              <a:rPr sz="1600" b="1">
                <a:solidFill>
                  <a:schemeClr val="bg1"/>
                </a:solidFill>
              </a:rPr>
              <a:t>ID</a:t>
            </a:r>
            <a:endParaRPr sz="1600" b="1">
              <a:solidFill>
                <a:schemeClr val="bg1"/>
              </a:solidFill>
            </a:endParaRP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F61305A1-4EF3-9CC6-66B6-231F2BB6D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86056" y="2717376"/>
            <a:ext cx="2171089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200">
                <a:solidFill>
                  <a:schemeClr val="bg1"/>
                </a:solidFill>
              </a:rPr>
              <a:t>MST_600, MST_900</a:t>
            </a: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01AD7CA1-2A77-6AF6-AE7A-F3255BAE2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86056" y="5814539"/>
            <a:ext cx="800219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600" b="1">
                <a:solidFill>
                  <a:schemeClr val="bg1"/>
                </a:solidFill>
              </a:rPr>
              <a:t>작성자</a:t>
            </a: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6AB5618F-88F0-F1D6-6CB8-FB97C8241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86056" y="6145617"/>
            <a:ext cx="2171089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200">
                <a:solidFill>
                  <a:schemeClr val="bg1"/>
                </a:solidFill>
              </a:rPr>
              <a:t>민경석 외 3명</a:t>
            </a:r>
            <a:endParaRPr sz="1200">
              <a:solidFill>
                <a:schemeClr val="bg1"/>
              </a:solidFill>
            </a:endParaRPr>
          </a:p>
        </p:txBody>
      </p:sp>
      <p:sp>
        <p:nvSpPr>
          <p:cNvPr id="40" name="TextBox 39">
            <a:extLst xmlns:a="http://schemas.openxmlformats.org/drawingml/2006/main">
              <a:ext uri="{FF2B5EF4-FFF2-40B4-BE49-F238E27FC236}">
                <a16:creationId xmlns:a16="http://schemas.microsoft.com/office/drawing/2014/main" id="{386070AB-656E-35FF-C9DB-75734CAA4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86055" y="3290063"/>
            <a:ext cx="1005403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600" b="1">
                <a:solidFill>
                  <a:schemeClr val="bg1"/>
                </a:solidFill>
              </a:rPr>
              <a:t>화면개요</a:t>
            </a:r>
          </a:p>
        </p:txBody>
      </p:sp>
      <p:sp>
        <p:nvSpPr>
          <p:cNvPr id="41" name="TextBox 40">
            <a:extLst xmlns:a="http://schemas.openxmlformats.org/drawingml/2006/main">
              <a:ext uri="{FF2B5EF4-FFF2-40B4-BE49-F238E27FC236}">
                <a16:creationId xmlns:a16="http://schemas.microsoft.com/office/drawing/2014/main" id="{1D06E145-6BA5-8E97-9DA2-64AAA20B9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86055" y="3621141"/>
            <a:ext cx="2171089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200">
                <a:solidFill>
                  <a:schemeClr val="bg1"/>
                </a:solidFill>
              </a:rPr>
              <a:t>개인 정보와 정책 활동을 한곳에서 관리</a:t>
            </a:r>
            <a:endParaRPr sz="1200">
              <a:solidFill>
                <a:schemeClr val="bg1"/>
              </a:solidFill>
            </a:endParaRPr>
          </a:p>
        </p:txBody>
      </p:sp>
      <p:sp>
        <p:nvSpPr>
          <p:cNvPr id="43" name="TextBox 42">
            <a:extLst xmlns:a="http://schemas.openxmlformats.org/drawingml/2006/main">
              <a:ext uri="{FF2B5EF4-FFF2-40B4-BE49-F238E27FC236}">
                <a16:creationId xmlns:a16="http://schemas.microsoft.com/office/drawing/2014/main" id="{749DC042-DED4-273C-0554-67E51257F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86055" y="4504265"/>
            <a:ext cx="1098173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600" b="1">
                <a:solidFill>
                  <a:schemeClr val="bg1"/>
                </a:solidFill>
              </a:rPr>
              <a:t>메뉴경로</a:t>
            </a:r>
          </a:p>
        </p:txBody>
      </p:sp>
      <p:sp>
        <p:nvSpPr>
          <p:cNvPr id="44" name="TextBox 43">
            <a:extLst xmlns:a="http://schemas.openxmlformats.org/drawingml/2006/main">
              <a:ext uri="{FF2B5EF4-FFF2-40B4-BE49-F238E27FC236}">
                <a16:creationId xmlns:a16="http://schemas.microsoft.com/office/drawing/2014/main" id="{B39A8AB4-D95E-0C4C-97FE-B8E59B4A6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86055" y="4835343"/>
            <a:ext cx="2371420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200">
                <a:solidFill>
                  <a:schemeClr val="bg1"/>
                </a:solidFill>
              </a:rPr>
              <a:t>메인/마이페이지</a:t>
            </a:r>
            <a:endParaRPr sz="1200">
              <a:solidFill>
                <a:schemeClr val="bg1"/>
              </a:solidFill>
            </a:endParaRPr>
          </a:p>
        </p:txBody>
      </p:sp>
      <p:sp>
        <p:nvSpPr>
          <p:cNvPr id="45" name="TextBox 44">
            <a:extLst xmlns:a="http://schemas.openxmlformats.org/drawingml/2006/main">
              <a:ext uri="{FF2B5EF4-FFF2-40B4-BE49-F238E27FC236}">
                <a16:creationId xmlns:a16="http://schemas.microsoft.com/office/drawing/2014/main" id="{700231D3-C272-556F-D475-C3B3D7F9F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889" y="250718"/>
            <a:ext cx="1107996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마이페이지</a:t>
            </a:r>
          </a:p>
        </p:txBody>
      </p:sp>
      <p:sp>
        <p:nvSpPr>
          <p:cNvPr id="46" name="TextBox 45">
            <a:extLst xmlns:a="http://schemas.openxmlformats.org/drawingml/2006/main">
              <a:ext uri="{FF2B5EF4-FFF2-40B4-BE49-F238E27FC236}">
                <a16:creationId xmlns:a16="http://schemas.microsoft.com/office/drawing/2014/main" id="{51D24EE1-E966-FCCA-7F33-B08EE9A22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3220" y="904961"/>
            <a:ext cx="607859" cy="2616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100"/>
              <a:t>프로필</a:t>
            </a:r>
            <a:endParaRPr sz="1100"/>
          </a:p>
        </p:txBody>
      </p:sp>
      <p:sp>
        <p:nvSpPr>
          <p:cNvPr id="47" name="TextBox 46">
            <a:extLst xmlns:a="http://schemas.openxmlformats.org/drawingml/2006/main">
              <a:ext uri="{FF2B5EF4-FFF2-40B4-BE49-F238E27FC236}">
                <a16:creationId xmlns:a16="http://schemas.microsoft.com/office/drawing/2014/main" id="{6A1C0DE8-32F0-0C32-BBBC-A8F6DEA30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3220" y="1472396"/>
            <a:ext cx="748923" cy="2616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100"/>
              <a:t>관심 정책</a:t>
            </a:r>
            <a:endParaRPr sz="1100"/>
          </a:p>
        </p:txBody>
      </p:sp>
      <p:sp>
        <p:nvSpPr>
          <p:cNvPr id="48" name="TextBox 47">
            <a:extLst xmlns:a="http://schemas.openxmlformats.org/drawingml/2006/main">
              <a:ext uri="{FF2B5EF4-FFF2-40B4-BE49-F238E27FC236}">
                <a16:creationId xmlns:a16="http://schemas.microsoft.com/office/drawing/2014/main" id="{886820B5-EED8-FA6D-1FF4-EB009740F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3220" y="2044968"/>
            <a:ext cx="1204176" cy="2616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100"/>
              <a:t>알림</a:t>
            </a:r>
            <a:endParaRPr sz="1100"/>
          </a:p>
        </p:txBody>
      </p:sp>
      <p:sp>
        <p:nvSpPr>
          <p:cNvPr id="49" name="TextBox 48">
            <a:extLst xmlns:a="http://schemas.openxmlformats.org/drawingml/2006/main">
              <a:ext uri="{FF2B5EF4-FFF2-40B4-BE49-F238E27FC236}">
                <a16:creationId xmlns:a16="http://schemas.microsoft.com/office/drawing/2014/main" id="{F7E5617A-7BA6-A6F6-EB41-8CD2E55EA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3220" y="2613063"/>
            <a:ext cx="466794" cy="2616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100"/>
              <a:t>최근 상담</a:t>
            </a:r>
            <a:endParaRPr sz="1100"/>
          </a:p>
        </p:txBody>
      </p:sp>
      <p:sp>
        <p:nvSpPr>
          <p:cNvPr id="51" name="TextBox 50">
            <a:extLst xmlns:a="http://schemas.openxmlformats.org/drawingml/2006/main">
              <a:ext uri="{FF2B5EF4-FFF2-40B4-BE49-F238E27FC236}">
                <a16:creationId xmlns:a16="http://schemas.microsoft.com/office/drawing/2014/main" id="{719536E6-D7B4-EE78-8F65-370E1ECC5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3220" y="3181158"/>
            <a:ext cx="922047" cy="2616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100"/>
              <a:t>자격 진단</a:t>
            </a:r>
          </a:p>
        </p:txBody>
      </p:sp>
      <p:sp>
        <p:nvSpPr>
          <p:cNvPr id="52" name="TextBox 51">
            <a:extLst xmlns:a="http://schemas.openxmlformats.org/drawingml/2006/main">
              <a:ext uri="{FF2B5EF4-FFF2-40B4-BE49-F238E27FC236}">
                <a16:creationId xmlns:a16="http://schemas.microsoft.com/office/drawing/2014/main" id="{04BEE536-713E-8D0F-2913-513A6F9F2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3220" y="3749253"/>
            <a:ext cx="607859" cy="2616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100"/>
              <a:t>신청 준비</a:t>
            </a:r>
            <a:endParaRPr sz="1100"/>
          </a:p>
        </p:txBody>
      </p:sp>
      <p:sp>
        <p:nvSpPr>
          <p:cNvPr id="53" name="사각형: 둥근 모서리 52">
            <a:extLst xmlns:a="http://schemas.openxmlformats.org/drawingml/2006/main">
              <a:ext uri="{FF2B5EF4-FFF2-40B4-BE49-F238E27FC236}">
                <a16:creationId xmlns:a16="http://schemas.microsoft.com/office/drawing/2014/main" id="{4BF1CDD4-32B6-1D50-E144-A39B7F222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4693" y="4289272"/>
            <a:ext cx="1667205" cy="28559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bg2">
              <a:lumMod val="5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/>
              <a:t>신청 준비함</a:t>
            </a:r>
          </a:p>
        </p:txBody>
      </p:sp>
      <p:sp>
        <p:nvSpPr>
          <p:cNvPr id="54" name="직사각형 53">
            <a:extLst xmlns:a="http://schemas.openxmlformats.org/drawingml/2006/main">
              <a:ext uri="{FF2B5EF4-FFF2-40B4-BE49-F238E27FC236}">
                <a16:creationId xmlns:a16="http://schemas.microsoft.com/office/drawing/2014/main" id="{583B3065-042D-0EE4-1E6E-BC38A0991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4694" y="904961"/>
            <a:ext cx="1685925" cy="2616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조회·수정</a:t>
            </a:r>
            <a:endParaRPr sz="1100">
              <a:solidFill>
                <a:schemeClr val="tx1"/>
              </a:solidFill>
            </a:endParaRPr>
          </a:p>
        </p:txBody>
      </p:sp>
      <p:sp>
        <p:nvSpPr>
          <p:cNvPr id="55" name="직사각형 54">
            <a:extLst xmlns:a="http://schemas.openxmlformats.org/drawingml/2006/main">
              <a:ext uri="{FF2B5EF4-FFF2-40B4-BE49-F238E27FC236}">
                <a16:creationId xmlns:a16="http://schemas.microsoft.com/office/drawing/2014/main" id="{07B62099-26D6-E4EB-0BAB-0832BFFAA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4694" y="1472396"/>
            <a:ext cx="1685925" cy="2616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저장 목록</a:t>
            </a:r>
            <a:endParaRPr sz="1100">
              <a:solidFill>
                <a:schemeClr val="tx1"/>
              </a:solidFill>
            </a:endParaRPr>
          </a:p>
        </p:txBody>
      </p:sp>
      <p:sp>
        <p:nvSpPr>
          <p:cNvPr id="56" name="직사각형 55">
            <a:extLst xmlns:a="http://schemas.openxmlformats.org/drawingml/2006/main">
              <a:ext uri="{FF2B5EF4-FFF2-40B4-BE49-F238E27FC236}">
                <a16:creationId xmlns:a16="http://schemas.microsoft.com/office/drawing/2014/main" id="{1FB9194B-FAF4-FF1A-B2D3-ACA1B5EBE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5974" y="2039831"/>
            <a:ext cx="1685925" cy="2616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미확인 3건</a:t>
            </a:r>
            <a:endParaRPr sz="1100">
              <a:solidFill>
                <a:schemeClr val="tx1"/>
              </a:solidFill>
            </a:endParaRPr>
          </a:p>
        </p:txBody>
      </p:sp>
      <p:sp>
        <p:nvSpPr>
          <p:cNvPr id="57" name="직사각형 56">
            <a:extLst xmlns:a="http://schemas.openxmlformats.org/drawingml/2006/main">
              <a:ext uri="{FF2B5EF4-FFF2-40B4-BE49-F238E27FC236}">
                <a16:creationId xmlns:a16="http://schemas.microsoft.com/office/drawing/2014/main" id="{B66F31FB-12D1-FA23-0250-609C7B2F9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5974" y="2613063"/>
            <a:ext cx="1685925" cy="2616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최근 질문</a:t>
            </a:r>
          </a:p>
        </p:txBody>
      </p:sp>
      <p:sp>
        <p:nvSpPr>
          <p:cNvPr id="58" name="직사각형 57">
            <a:extLst xmlns:a="http://schemas.openxmlformats.org/drawingml/2006/main">
              <a:ext uri="{FF2B5EF4-FFF2-40B4-BE49-F238E27FC236}">
                <a16:creationId xmlns:a16="http://schemas.microsoft.com/office/drawing/2014/main" id="{0EF75571-6533-12E2-3ADF-E488BF69A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5974" y="3153641"/>
            <a:ext cx="1685925" cy="2616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판정 이력</a:t>
            </a:r>
            <a:endParaRPr sz="1100">
              <a:solidFill>
                <a:schemeClr val="tx1"/>
              </a:solidFill>
            </a:endParaRPr>
          </a:p>
        </p:txBody>
      </p:sp>
      <p:sp>
        <p:nvSpPr>
          <p:cNvPr id="59" name="직사각형 58">
            <a:extLst xmlns:a="http://schemas.openxmlformats.org/drawingml/2006/main">
              <a:ext uri="{FF2B5EF4-FFF2-40B4-BE49-F238E27FC236}">
                <a16:creationId xmlns:a16="http://schemas.microsoft.com/office/drawing/2014/main" id="{F2E6E33B-9BBD-DF40-3028-46AC182F7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5974" y="3746818"/>
            <a:ext cx="919601" cy="2616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진행 중 2건</a:t>
            </a:r>
            <a:endParaRPr sz="1100">
              <a:solidFill>
                <a:schemeClr val="tx1"/>
              </a:solidFill>
            </a:endParaRPr>
          </a:p>
        </p:txBody>
      </p:sp>
      <p:sp>
        <p:nvSpPr>
          <p:cNvPr id="60" name="사각형: 둥근 모서리 59">
            <a:extLst xmlns:a="http://schemas.openxmlformats.org/drawingml/2006/main">
              <a:ext uri="{FF2B5EF4-FFF2-40B4-BE49-F238E27FC236}">
                <a16:creationId xmlns:a16="http://schemas.microsoft.com/office/drawing/2014/main" id="{E1CE4F41-90FD-4E55-05A0-85946499D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2069" y="904961"/>
            <a:ext cx="938981" cy="26161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bg2">
              <a:lumMod val="5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/>
              <a:t>프로필 수정</a:t>
            </a:r>
          </a:p>
        </p:txBody>
      </p:sp>
      <p:sp>
        <p:nvSpPr>
          <p:cNvPr id="61" name="직사각형 60">
            <a:extLst xmlns:a="http://schemas.openxmlformats.org/drawingml/2006/main">
              <a:ext uri="{FF2B5EF4-FFF2-40B4-BE49-F238E27FC236}">
                <a16:creationId xmlns:a16="http://schemas.microsoft.com/office/drawing/2014/main" id="{05CCDA59-ADE6-9A40-054D-9484DC61F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5752" y="3746818"/>
            <a:ext cx="919601" cy="2616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rPr sz="1100">
                <a:solidFill>
                  <a:schemeClr val="tx1"/>
                </a:solidFill>
              </a:rPr>
              <a:t>알림 보기</a:t>
            </a:r>
            <a:endParaRPr sz="1100">
              <a:solidFill>
                <a:schemeClr val="tx1"/>
              </a:solidFill>
            </a:endParaRPr>
          </a:p>
        </p:txBody>
      </p:sp>
      <p:sp>
        <p:nvSpPr>
          <p:cNvPr id="62" name="TextBox 61">
            <a:extLst xmlns:a="http://schemas.openxmlformats.org/drawingml/2006/main">
              <a:ext uri="{FF2B5EF4-FFF2-40B4-BE49-F238E27FC236}">
                <a16:creationId xmlns:a16="http://schemas.microsoft.com/office/drawing/2014/main" id="{2BBED598-0BBD-1792-671F-A447ED637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4448" y="3749253"/>
            <a:ext cx="311304" cy="2616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defRPr sz="75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75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이동</a:t>
            </a:r>
            <a:endParaRPr sz="1100"/>
          </a:p>
        </p:txBody>
      </p:sp>
      <p:sp>
        <p:nvSpPr>
          <p:cNvPr id="75" name="타원 74">
            <a:extLst xmlns:a="http://schemas.openxmlformats.org/drawingml/2006/main">
              <a:ext uri="{FF2B5EF4-FFF2-40B4-BE49-F238E27FC236}">
                <a16:creationId xmlns:a16="http://schemas.microsoft.com/office/drawing/2014/main" id="{51A9C48F-1769-1064-5EBA-CD6BA5BDC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2133" y="904961"/>
            <a:ext cx="223926" cy="22392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00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 b="1">
                <a:solidFill>
                  <a:schemeClr val="bg1"/>
                </a:solidFill>
              </a:rPr>
              <a:t>1</a:t>
            </a:r>
            <a:endParaRPr sz="1400" b="1">
              <a:solidFill>
                <a:schemeClr val="bg1"/>
              </a:solidFill>
            </a:endParaRPr>
          </a:p>
        </p:txBody>
      </p:sp>
      <p:sp>
        <p:nvSpPr>
          <p:cNvPr id="76" name="타원 75">
            <a:extLst xmlns:a="http://schemas.openxmlformats.org/drawingml/2006/main">
              <a:ext uri="{FF2B5EF4-FFF2-40B4-BE49-F238E27FC236}">
                <a16:creationId xmlns:a16="http://schemas.microsoft.com/office/drawing/2014/main" id="{9EB34DAE-9E09-5449-D298-566C8F2A1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2133" y="1478790"/>
            <a:ext cx="223926" cy="22392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00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 b="1">
                <a:solidFill>
                  <a:schemeClr val="bg1"/>
                </a:solidFill>
              </a:rPr>
              <a:t>2</a:t>
            </a:r>
            <a:endParaRPr sz="1400" b="1">
              <a:solidFill>
                <a:schemeClr val="bg1"/>
              </a:solidFill>
            </a:endParaRPr>
          </a:p>
        </p:txBody>
      </p:sp>
      <p:sp>
        <p:nvSpPr>
          <p:cNvPr id="77" name="타원 76">
            <a:extLst xmlns:a="http://schemas.openxmlformats.org/drawingml/2006/main">
              <a:ext uri="{FF2B5EF4-FFF2-40B4-BE49-F238E27FC236}">
                <a16:creationId xmlns:a16="http://schemas.microsoft.com/office/drawing/2014/main" id="{3C82D986-219B-F00F-B5DB-B888ECE89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2133" y="2052619"/>
            <a:ext cx="223926" cy="22392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00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 b="1">
                <a:solidFill>
                  <a:schemeClr val="bg1"/>
                </a:solidFill>
              </a:rPr>
              <a:t>3</a:t>
            </a:r>
            <a:endParaRPr sz="1400" b="1">
              <a:solidFill>
                <a:schemeClr val="bg1"/>
              </a:solidFill>
            </a:endParaRPr>
          </a:p>
        </p:txBody>
      </p:sp>
      <p:sp>
        <p:nvSpPr>
          <p:cNvPr id="78" name="타원 77">
            <a:extLst xmlns:a="http://schemas.openxmlformats.org/drawingml/2006/main">
              <a:ext uri="{FF2B5EF4-FFF2-40B4-BE49-F238E27FC236}">
                <a16:creationId xmlns:a16="http://schemas.microsoft.com/office/drawing/2014/main" id="{109FCB3F-C0C2-A1BF-8CAA-276738E17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2133" y="2656481"/>
            <a:ext cx="223926" cy="22886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00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 b="1">
                <a:solidFill>
                  <a:schemeClr val="bg1"/>
                </a:solidFill>
              </a:rPr>
              <a:t>4</a:t>
            </a:r>
            <a:endParaRPr sz="1400" b="1">
              <a:solidFill>
                <a:schemeClr val="bg1"/>
              </a:solidFill>
            </a:endParaRPr>
          </a:p>
        </p:txBody>
      </p:sp>
      <p:sp>
        <p:nvSpPr>
          <p:cNvPr id="79" name="타원 78">
            <a:extLst xmlns:a="http://schemas.openxmlformats.org/drawingml/2006/main">
              <a:ext uri="{FF2B5EF4-FFF2-40B4-BE49-F238E27FC236}">
                <a16:creationId xmlns:a16="http://schemas.microsoft.com/office/drawing/2014/main" id="{B4DA0951-D500-5B57-5ACD-201E64F0A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2133" y="3172483"/>
            <a:ext cx="223926" cy="22392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00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 b="1">
                <a:solidFill>
                  <a:schemeClr val="bg1"/>
                </a:solidFill>
              </a:rPr>
              <a:t>5</a:t>
            </a:r>
            <a:endParaRPr sz="1400" b="1">
              <a:solidFill>
                <a:schemeClr val="bg1"/>
              </a:solidFill>
            </a:endParaRPr>
          </a:p>
        </p:txBody>
      </p:sp>
      <p:sp>
        <p:nvSpPr>
          <p:cNvPr id="80" name="타원 79">
            <a:extLst xmlns:a="http://schemas.openxmlformats.org/drawingml/2006/main">
              <a:ext uri="{FF2B5EF4-FFF2-40B4-BE49-F238E27FC236}">
                <a16:creationId xmlns:a16="http://schemas.microsoft.com/office/drawing/2014/main" id="{AD0A111E-2E89-823C-4BF8-84982E008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2133" y="3765660"/>
            <a:ext cx="223926" cy="22392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00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 b="1">
                <a:solidFill>
                  <a:schemeClr val="bg1"/>
                </a:solidFill>
              </a:rPr>
              <a:t>6</a:t>
            </a:r>
            <a:endParaRPr sz="1400" b="1">
              <a:solidFill>
                <a:schemeClr val="bg1"/>
              </a:solidFill>
            </a:endParaRPr>
          </a:p>
        </p:txBody>
      </p:sp>
      <p:sp>
        <p:nvSpPr>
          <p:cNvPr id="81" name="타원 80">
            <a:extLst xmlns:a="http://schemas.openxmlformats.org/drawingml/2006/main">
              <a:ext uri="{FF2B5EF4-FFF2-40B4-BE49-F238E27FC236}">
                <a16:creationId xmlns:a16="http://schemas.microsoft.com/office/drawing/2014/main" id="{DE2695AB-5E1D-BE8B-8B70-8643CA811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4675" y="770983"/>
            <a:ext cx="223926" cy="22392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00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 b="1">
                <a:solidFill>
                  <a:schemeClr val="bg1"/>
                </a:solidFill>
              </a:rPr>
              <a:t>7</a:t>
            </a:r>
            <a:endParaRPr sz="1400" b="1">
              <a:solidFill>
                <a:schemeClr val="bg1"/>
              </a:solidFill>
            </a:endParaRPr>
          </a:p>
        </p:txBody>
      </p:sp>
      <p:sp>
        <p:nvSpPr>
          <p:cNvPr id="82" name="타원 81">
            <a:extLst xmlns:a="http://schemas.openxmlformats.org/drawingml/2006/main">
              <a:ext uri="{FF2B5EF4-FFF2-40B4-BE49-F238E27FC236}">
                <a16:creationId xmlns:a16="http://schemas.microsoft.com/office/drawing/2014/main" id="{5606C5DC-C2DF-743A-FC08-9B4686404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3789" y="3632420"/>
            <a:ext cx="223926" cy="22392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00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 b="1">
                <a:solidFill>
                  <a:schemeClr val="bg1"/>
                </a:solidFill>
              </a:rPr>
              <a:t>8</a:t>
            </a:r>
            <a:endParaRPr sz="1400" b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0962209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직사각형 3">
            <a:extLst xmlns:a="http://schemas.openxmlformats.org/drawingml/2006/main">
              <a:ext uri="{FF2B5EF4-FFF2-40B4-BE49-F238E27FC236}">
                <a16:creationId xmlns:a16="http://schemas.microsoft.com/office/drawing/2014/main" id="{17CCAA0A-5307-48D3-9858-F46440A1D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"/>
            <a:ext cx="2743201" cy="68579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0D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600"/>
          </a:p>
        </p:txBody>
      </p:sp>
      <p:sp>
        <p:nvSpPr>
          <p:cNvPr id="17" name="직사각형 16">
            <a:extLst xmlns:a="http://schemas.openxmlformats.org/drawingml/2006/main">
              <a:ext uri="{FF2B5EF4-FFF2-40B4-BE49-F238E27FC236}">
                <a16:creationId xmlns:a16="http://schemas.microsoft.com/office/drawing/2014/main" id="{F2EE50EF-1C64-4D24-A8FC-FEB31ECAB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5172074"/>
            <a:ext cx="7162799" cy="168592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600"/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17EFCDDE-1130-408D-9BF1-4DAA52C21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0037" y="5412546"/>
            <a:ext cx="1005403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600" b="1"/>
              <a:t>화면설명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0DBB6D9D-7151-48F9-9712-A4D8DDC0A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0036" y="5781724"/>
            <a:ext cx="6687844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200"/>
              <a:t>① 관리자 권한으로 수집 현황과 오류를 확인한다.</a:t>
            </a:r>
          </a:p>
          <a:p xmlns:a="http://schemas.openxmlformats.org/drawingml/2006/main">
            <a:r>
              <a:rPr sz="1200"/>
              <a:t>② 신규·변경 정책을 원문과 비교해 승인·수정한다.</a:t>
            </a:r>
          </a:p>
          <a:p xmlns:a="http://schemas.openxmlformats.org/drawingml/2006/main">
            <a:r>
              <a:rPr sz="1200"/>
              <a:t>③ 사용자 신고와 AI 답변 로그의 처리 상태를 관리한다.</a:t>
            </a:r>
          </a:p>
          <a:p xmlns:a="http://schemas.openxmlformats.org/drawingml/2006/main">
            <a:r>
              <a:rPr sz="1200"/>
              <a:t>④ 모든 검수 결과와 최종 확인일을 이력으로 저장한다.</a:t>
            </a:r>
          </a:p>
        </p:txBody>
      </p:sp>
      <p:sp>
        <p:nvSpPr>
          <p:cNvPr id="2" name="직사각형 1">
            <a:extLst xmlns:a="http://schemas.openxmlformats.org/drawingml/2006/main">
              <a:ext uri="{FF2B5EF4-FFF2-40B4-BE49-F238E27FC236}">
                <a16:creationId xmlns:a16="http://schemas.microsoft.com/office/drawing/2014/main" id="{2C5E6D3A-1F98-A7A1-F76B-3DF2DF7FF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"/>
            <a:ext cx="2743201" cy="685799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6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600"/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684C5B66-E2BA-C71B-F0E8-C823E79C1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86056" y="435384"/>
            <a:ext cx="872355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600" b="1">
                <a:solidFill>
                  <a:schemeClr val="bg1"/>
                </a:solidFill>
              </a:rPr>
              <a:t>화면 </a:t>
            </a:r>
            <a:r>
              <a:rPr sz="1600" b="1">
                <a:solidFill>
                  <a:schemeClr val="bg1"/>
                </a:solidFill>
              </a:rPr>
              <a:t>ID </a:t>
            </a:r>
            <a:endParaRPr sz="1600" b="1">
              <a:solidFill>
                <a:schemeClr val="bg1"/>
              </a:solidFill>
            </a:endParaR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069BD7A6-F08F-9C73-39AB-FF7DE37F1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86056" y="766462"/>
            <a:ext cx="2171089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200">
                <a:solidFill>
                  <a:schemeClr val="bg1"/>
                </a:solidFill>
              </a:rPr>
              <a:t>ADMIN_POLICY_01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F27DB6E3-593C-2CD3-6CB3-2796D0833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86056" y="1318508"/>
            <a:ext cx="1005403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600" b="1">
                <a:solidFill>
                  <a:schemeClr val="bg1"/>
                </a:solidFill>
              </a:rPr>
              <a:t>화면이름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18537E69-BBEC-9364-0126-0BB4E7ED4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86056" y="1649586"/>
            <a:ext cx="2171089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200">
                <a:solidFill>
                  <a:schemeClr val="bg1"/>
                </a:solidFill>
              </a:rPr>
              <a:t>관리자 정책 검수</a:t>
            </a:r>
            <a:endParaRPr sz="1200">
              <a:solidFill>
                <a:schemeClr val="bg1"/>
              </a:solidFill>
            </a:endParaRP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FE6A5A0E-6213-1221-0832-D874A4969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86056" y="2386298"/>
            <a:ext cx="1898277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600" b="1">
                <a:solidFill>
                  <a:schemeClr val="bg1"/>
                </a:solidFill>
              </a:rPr>
              <a:t>관련</a:t>
            </a:r>
            <a:r>
              <a:rPr sz="1600" b="1">
                <a:solidFill>
                  <a:schemeClr val="bg1"/>
                </a:solidFill>
              </a:rPr>
              <a:t> </a:t>
            </a:r>
            <a:r>
              <a:rPr sz="1600" b="1">
                <a:solidFill>
                  <a:schemeClr val="bg1"/>
                </a:solidFill>
              </a:rPr>
              <a:t>유스케이스</a:t>
            </a:r>
            <a:r>
              <a:rPr sz="1600" b="1">
                <a:solidFill>
                  <a:schemeClr val="bg1"/>
                </a:solidFill>
              </a:rPr>
              <a:t> </a:t>
            </a:r>
            <a:r>
              <a:rPr sz="1600" b="1">
                <a:solidFill>
                  <a:schemeClr val="bg1"/>
                </a:solidFill>
              </a:rPr>
              <a:t>ID</a:t>
            </a:r>
            <a:endParaRPr sz="1600" b="1">
              <a:solidFill>
                <a:schemeClr val="bg1"/>
              </a:solidFill>
            </a:endParaRP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F61305A1-4EF3-9CC6-66B6-231F2BB6D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86056" y="2717376"/>
            <a:ext cx="2171089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200">
                <a:solidFill>
                  <a:schemeClr val="bg1"/>
                </a:solidFill>
              </a:rPr>
              <a:t>MST_700 / MST_800</a:t>
            </a: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01AD7CA1-2A77-6AF6-AE7A-F3255BAE2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86056" y="5814539"/>
            <a:ext cx="800219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600" b="1">
                <a:solidFill>
                  <a:schemeClr val="bg1"/>
                </a:solidFill>
              </a:rPr>
              <a:t>작성자</a:t>
            </a: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6AB5618F-88F0-F1D6-6CB8-FB97C8241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86056" y="6145617"/>
            <a:ext cx="2171089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200">
                <a:solidFill>
                  <a:schemeClr val="bg1"/>
                </a:solidFill>
              </a:rPr>
              <a:t>민경석 외 3명</a:t>
            </a:r>
            <a:endParaRPr sz="1200">
              <a:solidFill>
                <a:schemeClr val="bg1"/>
              </a:solidFill>
            </a:endParaRPr>
          </a:p>
        </p:txBody>
      </p:sp>
      <p:sp>
        <p:nvSpPr>
          <p:cNvPr id="40" name="TextBox 39">
            <a:extLst xmlns:a="http://schemas.openxmlformats.org/drawingml/2006/main">
              <a:ext uri="{FF2B5EF4-FFF2-40B4-BE49-F238E27FC236}">
                <a16:creationId xmlns:a16="http://schemas.microsoft.com/office/drawing/2014/main" id="{386070AB-656E-35FF-C9DB-75734CAA4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86055" y="3290063"/>
            <a:ext cx="1005403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600" b="1">
                <a:solidFill>
                  <a:schemeClr val="bg1"/>
                </a:solidFill>
              </a:rPr>
              <a:t>화면개요</a:t>
            </a:r>
          </a:p>
        </p:txBody>
      </p:sp>
      <p:sp>
        <p:nvSpPr>
          <p:cNvPr id="41" name="TextBox 40">
            <a:extLst xmlns:a="http://schemas.openxmlformats.org/drawingml/2006/main">
              <a:ext uri="{FF2B5EF4-FFF2-40B4-BE49-F238E27FC236}">
                <a16:creationId xmlns:a16="http://schemas.microsoft.com/office/drawing/2014/main" id="{1D06E145-6BA5-8E97-9DA2-64AAA20B9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86055" y="3621141"/>
            <a:ext cx="2171089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200">
                <a:solidFill>
                  <a:schemeClr val="bg1"/>
                </a:solidFill>
              </a:rPr>
              <a:t>수집 데이터·변경 정책·오류를 검수</a:t>
            </a:r>
            <a:endParaRPr sz="1200">
              <a:solidFill>
                <a:schemeClr val="bg1"/>
              </a:solidFill>
            </a:endParaRPr>
          </a:p>
        </p:txBody>
      </p:sp>
      <p:sp>
        <p:nvSpPr>
          <p:cNvPr id="43" name="TextBox 42">
            <a:extLst xmlns:a="http://schemas.openxmlformats.org/drawingml/2006/main">
              <a:ext uri="{FF2B5EF4-FFF2-40B4-BE49-F238E27FC236}">
                <a16:creationId xmlns:a16="http://schemas.microsoft.com/office/drawing/2014/main" id="{749DC042-DED4-273C-0554-67E51257F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86055" y="4504265"/>
            <a:ext cx="1098173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600" b="1">
                <a:solidFill>
                  <a:schemeClr val="bg1"/>
                </a:solidFill>
              </a:rPr>
              <a:t>메뉴경로</a:t>
            </a:r>
          </a:p>
        </p:txBody>
      </p:sp>
      <p:sp>
        <p:nvSpPr>
          <p:cNvPr id="44" name="TextBox 43">
            <a:extLst xmlns:a="http://schemas.openxmlformats.org/drawingml/2006/main">
              <a:ext uri="{FF2B5EF4-FFF2-40B4-BE49-F238E27FC236}">
                <a16:creationId xmlns:a16="http://schemas.microsoft.com/office/drawing/2014/main" id="{B39A8AB4-D95E-0C4C-97FE-B8E59B4A6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86055" y="4835343"/>
            <a:ext cx="2371420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200">
                <a:solidFill>
                  <a:schemeClr val="bg1"/>
                </a:solidFill>
              </a:rPr>
              <a:t>관리자/정책 데이터 관리</a:t>
            </a:r>
            <a:endParaRPr sz="1200">
              <a:solidFill>
                <a:schemeClr val="bg1"/>
              </a:solidFill>
            </a:endParaRPr>
          </a:p>
        </p:txBody>
      </p:sp>
      <p:sp>
        <p:nvSpPr>
          <p:cNvPr id="45" name="TextBox 44">
            <a:extLst xmlns:a="http://schemas.openxmlformats.org/drawingml/2006/main">
              <a:ext uri="{FF2B5EF4-FFF2-40B4-BE49-F238E27FC236}">
                <a16:creationId xmlns:a16="http://schemas.microsoft.com/office/drawing/2014/main" id="{700231D3-C272-556F-D475-C3B3D7F9F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889" y="250718"/>
            <a:ext cx="1107996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관리자 검수</a:t>
            </a:r>
          </a:p>
        </p:txBody>
      </p:sp>
      <p:sp>
        <p:nvSpPr>
          <p:cNvPr id="46" name="TextBox 45">
            <a:extLst xmlns:a="http://schemas.openxmlformats.org/drawingml/2006/main">
              <a:ext uri="{FF2B5EF4-FFF2-40B4-BE49-F238E27FC236}">
                <a16:creationId xmlns:a16="http://schemas.microsoft.com/office/drawing/2014/main" id="{51D24EE1-E966-FCCA-7F33-B08EE9A22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3220" y="904961"/>
            <a:ext cx="607859" cy="2616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100"/>
              <a:t>수집 상태</a:t>
            </a:r>
            <a:endParaRPr sz="1100"/>
          </a:p>
        </p:txBody>
      </p:sp>
      <p:sp>
        <p:nvSpPr>
          <p:cNvPr id="47" name="TextBox 46">
            <a:extLst xmlns:a="http://schemas.openxmlformats.org/drawingml/2006/main">
              <a:ext uri="{FF2B5EF4-FFF2-40B4-BE49-F238E27FC236}">
                <a16:creationId xmlns:a16="http://schemas.microsoft.com/office/drawing/2014/main" id="{6A1C0DE8-32F0-0C32-BBBC-A8F6DEA30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3220" y="1472396"/>
            <a:ext cx="748923" cy="2616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100"/>
              <a:t>신규·변경</a:t>
            </a:r>
            <a:endParaRPr sz="1100"/>
          </a:p>
        </p:txBody>
      </p:sp>
      <p:sp>
        <p:nvSpPr>
          <p:cNvPr id="48" name="TextBox 47">
            <a:extLst xmlns:a="http://schemas.openxmlformats.org/drawingml/2006/main">
              <a:ext uri="{FF2B5EF4-FFF2-40B4-BE49-F238E27FC236}">
                <a16:creationId xmlns:a16="http://schemas.microsoft.com/office/drawing/2014/main" id="{886820B5-EED8-FA6D-1FF4-EB009740F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3220" y="2044968"/>
            <a:ext cx="1204176" cy="2616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100"/>
              <a:t>정규화</a:t>
            </a:r>
            <a:endParaRPr sz="1100"/>
          </a:p>
        </p:txBody>
      </p:sp>
      <p:sp>
        <p:nvSpPr>
          <p:cNvPr id="49" name="TextBox 48">
            <a:extLst xmlns:a="http://schemas.openxmlformats.org/drawingml/2006/main">
              <a:ext uri="{FF2B5EF4-FFF2-40B4-BE49-F238E27FC236}">
                <a16:creationId xmlns:a16="http://schemas.microsoft.com/office/drawing/2014/main" id="{F7E5617A-7BA6-A6F6-EB41-8CD2E55EA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3220" y="2613063"/>
            <a:ext cx="466794" cy="2616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100"/>
              <a:t>오류 신고</a:t>
            </a:r>
            <a:endParaRPr sz="1100"/>
          </a:p>
        </p:txBody>
      </p:sp>
      <p:sp>
        <p:nvSpPr>
          <p:cNvPr id="51" name="TextBox 50">
            <a:extLst xmlns:a="http://schemas.openxmlformats.org/drawingml/2006/main">
              <a:ext uri="{FF2B5EF4-FFF2-40B4-BE49-F238E27FC236}">
                <a16:creationId xmlns:a16="http://schemas.microsoft.com/office/drawing/2014/main" id="{719536E6-D7B4-EE78-8F65-370E1ECC5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3220" y="3181158"/>
            <a:ext cx="922047" cy="2616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100"/>
              <a:t>AI 답변</a:t>
            </a:r>
          </a:p>
        </p:txBody>
      </p:sp>
      <p:sp>
        <p:nvSpPr>
          <p:cNvPr id="52" name="TextBox 51">
            <a:extLst xmlns:a="http://schemas.openxmlformats.org/drawingml/2006/main">
              <a:ext uri="{FF2B5EF4-FFF2-40B4-BE49-F238E27FC236}">
                <a16:creationId xmlns:a16="http://schemas.microsoft.com/office/drawing/2014/main" id="{04BEE536-713E-8D0F-2913-513A6F9F2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3220" y="3749253"/>
            <a:ext cx="607859" cy="2616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100"/>
              <a:t>최종 확인</a:t>
            </a:r>
            <a:endParaRPr sz="1100"/>
          </a:p>
        </p:txBody>
      </p:sp>
      <p:sp>
        <p:nvSpPr>
          <p:cNvPr id="53" name="사각형: 둥근 모서리 52">
            <a:extLst xmlns:a="http://schemas.openxmlformats.org/drawingml/2006/main">
              <a:ext uri="{FF2B5EF4-FFF2-40B4-BE49-F238E27FC236}">
                <a16:creationId xmlns:a16="http://schemas.microsoft.com/office/drawing/2014/main" id="{4BF1CDD4-32B6-1D50-E144-A39B7F222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4693" y="4289272"/>
            <a:ext cx="1667205" cy="28559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bg2">
              <a:lumMod val="5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/>
              <a:t>검수 저장</a:t>
            </a:r>
          </a:p>
        </p:txBody>
      </p:sp>
      <p:sp>
        <p:nvSpPr>
          <p:cNvPr id="54" name="직사각형 53">
            <a:extLst xmlns:a="http://schemas.openxmlformats.org/drawingml/2006/main">
              <a:ext uri="{FF2B5EF4-FFF2-40B4-BE49-F238E27FC236}">
                <a16:creationId xmlns:a16="http://schemas.microsoft.com/office/drawing/2014/main" id="{583B3065-042D-0EE4-1E6E-BC38A0991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4694" y="904961"/>
            <a:ext cx="1685925" cy="2616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API·사이트 상태</a:t>
            </a:r>
            <a:endParaRPr sz="1100">
              <a:solidFill>
                <a:schemeClr val="tx1"/>
              </a:solidFill>
            </a:endParaRPr>
          </a:p>
        </p:txBody>
      </p:sp>
      <p:sp>
        <p:nvSpPr>
          <p:cNvPr id="55" name="직사각형 54">
            <a:extLst xmlns:a="http://schemas.openxmlformats.org/drawingml/2006/main">
              <a:ext uri="{FF2B5EF4-FFF2-40B4-BE49-F238E27FC236}">
                <a16:creationId xmlns:a16="http://schemas.microsoft.com/office/drawing/2014/main" id="{07B62099-26D6-E4EB-0BAB-0832BFFAA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4694" y="1472396"/>
            <a:ext cx="1685925" cy="2616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검수 대기 12건</a:t>
            </a:r>
            <a:endParaRPr sz="1100">
              <a:solidFill>
                <a:schemeClr val="tx1"/>
              </a:solidFill>
            </a:endParaRPr>
          </a:p>
        </p:txBody>
      </p:sp>
      <p:sp>
        <p:nvSpPr>
          <p:cNvPr id="56" name="직사각형 55">
            <a:extLst xmlns:a="http://schemas.openxmlformats.org/drawingml/2006/main">
              <a:ext uri="{FF2B5EF4-FFF2-40B4-BE49-F238E27FC236}">
                <a16:creationId xmlns:a16="http://schemas.microsoft.com/office/drawing/2014/main" id="{1FB9194B-FAF4-FF1A-B2D3-ACA1B5EBE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5974" y="2039831"/>
            <a:ext cx="1685925" cy="2616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원문 비교</a:t>
            </a:r>
            <a:endParaRPr sz="1100">
              <a:solidFill>
                <a:schemeClr val="tx1"/>
              </a:solidFill>
            </a:endParaRPr>
          </a:p>
        </p:txBody>
      </p:sp>
      <p:sp>
        <p:nvSpPr>
          <p:cNvPr id="57" name="직사각형 56">
            <a:extLst xmlns:a="http://schemas.openxmlformats.org/drawingml/2006/main">
              <a:ext uri="{FF2B5EF4-FFF2-40B4-BE49-F238E27FC236}">
                <a16:creationId xmlns:a16="http://schemas.microsoft.com/office/drawing/2014/main" id="{B66F31FB-12D1-FA23-0250-609C7B2F9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5974" y="2613063"/>
            <a:ext cx="1685925" cy="2616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처리 상태 변경</a:t>
            </a:r>
          </a:p>
        </p:txBody>
      </p:sp>
      <p:sp>
        <p:nvSpPr>
          <p:cNvPr id="58" name="직사각형 57">
            <a:extLst xmlns:a="http://schemas.openxmlformats.org/drawingml/2006/main">
              <a:ext uri="{FF2B5EF4-FFF2-40B4-BE49-F238E27FC236}">
                <a16:creationId xmlns:a16="http://schemas.microsoft.com/office/drawing/2014/main" id="{0EF75571-6533-12E2-3ADF-E488BF69A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5974" y="3153641"/>
            <a:ext cx="1685925" cy="2616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개인정보 최소 로그</a:t>
            </a:r>
            <a:endParaRPr sz="1100">
              <a:solidFill>
                <a:schemeClr val="tx1"/>
              </a:solidFill>
            </a:endParaRPr>
          </a:p>
        </p:txBody>
      </p:sp>
      <p:sp>
        <p:nvSpPr>
          <p:cNvPr id="59" name="직사각형 58">
            <a:extLst xmlns:a="http://schemas.openxmlformats.org/drawingml/2006/main">
              <a:ext uri="{FF2B5EF4-FFF2-40B4-BE49-F238E27FC236}">
                <a16:creationId xmlns:a16="http://schemas.microsoft.com/office/drawing/2014/main" id="{F2E6E33B-9BBD-DF40-3028-46AC182F7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5974" y="3746818"/>
            <a:ext cx="919601" cy="2616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승인·수정 기록</a:t>
            </a:r>
            <a:endParaRPr sz="1100">
              <a:solidFill>
                <a:schemeClr val="tx1"/>
              </a:solidFill>
            </a:endParaRPr>
          </a:p>
        </p:txBody>
      </p:sp>
      <p:sp>
        <p:nvSpPr>
          <p:cNvPr id="60" name="사각형: 둥근 모서리 59">
            <a:extLst xmlns:a="http://schemas.openxmlformats.org/drawingml/2006/main">
              <a:ext uri="{FF2B5EF4-FFF2-40B4-BE49-F238E27FC236}">
                <a16:creationId xmlns:a16="http://schemas.microsoft.com/office/drawing/2014/main" id="{E1CE4F41-90FD-4E55-05A0-85946499D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2069" y="904961"/>
            <a:ext cx="938981" cy="26161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bg2">
              <a:lumMod val="5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/>
              <a:t>승인</a:t>
            </a:r>
          </a:p>
        </p:txBody>
      </p:sp>
      <p:sp>
        <p:nvSpPr>
          <p:cNvPr id="61" name="직사각형 60">
            <a:extLst xmlns:a="http://schemas.openxmlformats.org/drawingml/2006/main">
              <a:ext uri="{FF2B5EF4-FFF2-40B4-BE49-F238E27FC236}">
                <a16:creationId xmlns:a16="http://schemas.microsoft.com/office/drawing/2014/main" id="{05CCDA59-ADE6-9A40-054D-9484DC61F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5752" y="3746818"/>
            <a:ext cx="919601" cy="2616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rPr sz="1100">
                <a:solidFill>
                  <a:schemeClr val="tx1"/>
                </a:solidFill>
              </a:rPr>
              <a:t>비공개</a:t>
            </a:r>
            <a:endParaRPr sz="1100">
              <a:solidFill>
                <a:schemeClr val="tx1"/>
              </a:solidFill>
            </a:endParaRPr>
          </a:p>
        </p:txBody>
      </p:sp>
      <p:sp>
        <p:nvSpPr>
          <p:cNvPr id="62" name="TextBox 61">
            <a:extLst xmlns:a="http://schemas.openxmlformats.org/drawingml/2006/main">
              <a:ext uri="{FF2B5EF4-FFF2-40B4-BE49-F238E27FC236}">
                <a16:creationId xmlns:a16="http://schemas.microsoft.com/office/drawing/2014/main" id="{2BBED598-0BBD-1792-671F-A447ED637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4448" y="3749253"/>
            <a:ext cx="311304" cy="2616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defRPr sz="75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75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처리</a:t>
            </a:r>
            <a:endParaRPr sz="1100"/>
          </a:p>
        </p:txBody>
      </p:sp>
      <p:sp>
        <p:nvSpPr>
          <p:cNvPr id="75" name="타원 74">
            <a:extLst xmlns:a="http://schemas.openxmlformats.org/drawingml/2006/main">
              <a:ext uri="{FF2B5EF4-FFF2-40B4-BE49-F238E27FC236}">
                <a16:creationId xmlns:a16="http://schemas.microsoft.com/office/drawing/2014/main" id="{51A9C48F-1769-1064-5EBA-CD6BA5BDC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2133" y="904961"/>
            <a:ext cx="223926" cy="22392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00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 b="1">
                <a:solidFill>
                  <a:schemeClr val="bg1"/>
                </a:solidFill>
              </a:rPr>
              <a:t>1</a:t>
            </a:r>
            <a:endParaRPr sz="1400" b="1">
              <a:solidFill>
                <a:schemeClr val="bg1"/>
              </a:solidFill>
            </a:endParaRPr>
          </a:p>
        </p:txBody>
      </p:sp>
      <p:sp>
        <p:nvSpPr>
          <p:cNvPr id="76" name="타원 75">
            <a:extLst xmlns:a="http://schemas.openxmlformats.org/drawingml/2006/main">
              <a:ext uri="{FF2B5EF4-FFF2-40B4-BE49-F238E27FC236}">
                <a16:creationId xmlns:a16="http://schemas.microsoft.com/office/drawing/2014/main" id="{9EB34DAE-9E09-5449-D298-566C8F2A1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2133" y="1478790"/>
            <a:ext cx="223926" cy="22392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00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 b="1">
                <a:solidFill>
                  <a:schemeClr val="bg1"/>
                </a:solidFill>
              </a:rPr>
              <a:t>2</a:t>
            </a:r>
            <a:endParaRPr sz="1400" b="1">
              <a:solidFill>
                <a:schemeClr val="bg1"/>
              </a:solidFill>
            </a:endParaRPr>
          </a:p>
        </p:txBody>
      </p:sp>
      <p:sp>
        <p:nvSpPr>
          <p:cNvPr id="77" name="타원 76">
            <a:extLst xmlns:a="http://schemas.openxmlformats.org/drawingml/2006/main">
              <a:ext uri="{FF2B5EF4-FFF2-40B4-BE49-F238E27FC236}">
                <a16:creationId xmlns:a16="http://schemas.microsoft.com/office/drawing/2014/main" id="{3C82D986-219B-F00F-B5DB-B888ECE89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2133" y="2052619"/>
            <a:ext cx="223926" cy="22392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00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 b="1">
                <a:solidFill>
                  <a:schemeClr val="bg1"/>
                </a:solidFill>
              </a:rPr>
              <a:t>3</a:t>
            </a:r>
            <a:endParaRPr sz="1400" b="1">
              <a:solidFill>
                <a:schemeClr val="bg1"/>
              </a:solidFill>
            </a:endParaRPr>
          </a:p>
        </p:txBody>
      </p:sp>
      <p:sp>
        <p:nvSpPr>
          <p:cNvPr id="78" name="타원 77">
            <a:extLst xmlns:a="http://schemas.openxmlformats.org/drawingml/2006/main">
              <a:ext uri="{FF2B5EF4-FFF2-40B4-BE49-F238E27FC236}">
                <a16:creationId xmlns:a16="http://schemas.microsoft.com/office/drawing/2014/main" id="{109FCB3F-C0C2-A1BF-8CAA-276738E17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2133" y="2656481"/>
            <a:ext cx="223926" cy="22886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00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 b="1">
                <a:solidFill>
                  <a:schemeClr val="bg1"/>
                </a:solidFill>
              </a:rPr>
              <a:t>4</a:t>
            </a:r>
            <a:endParaRPr sz="1400" b="1">
              <a:solidFill>
                <a:schemeClr val="bg1"/>
              </a:solidFill>
            </a:endParaRPr>
          </a:p>
        </p:txBody>
      </p:sp>
      <p:sp>
        <p:nvSpPr>
          <p:cNvPr id="79" name="타원 78">
            <a:extLst xmlns:a="http://schemas.openxmlformats.org/drawingml/2006/main">
              <a:ext uri="{FF2B5EF4-FFF2-40B4-BE49-F238E27FC236}">
                <a16:creationId xmlns:a16="http://schemas.microsoft.com/office/drawing/2014/main" id="{B4DA0951-D500-5B57-5ACD-201E64F0A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2133" y="3172483"/>
            <a:ext cx="223926" cy="22392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00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 b="1">
                <a:solidFill>
                  <a:schemeClr val="bg1"/>
                </a:solidFill>
              </a:rPr>
              <a:t>5</a:t>
            </a:r>
            <a:endParaRPr sz="1400" b="1">
              <a:solidFill>
                <a:schemeClr val="bg1"/>
              </a:solidFill>
            </a:endParaRPr>
          </a:p>
        </p:txBody>
      </p:sp>
      <p:sp>
        <p:nvSpPr>
          <p:cNvPr id="80" name="타원 79">
            <a:extLst xmlns:a="http://schemas.openxmlformats.org/drawingml/2006/main">
              <a:ext uri="{FF2B5EF4-FFF2-40B4-BE49-F238E27FC236}">
                <a16:creationId xmlns:a16="http://schemas.microsoft.com/office/drawing/2014/main" id="{AD0A111E-2E89-823C-4BF8-84982E008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2133" y="3765660"/>
            <a:ext cx="223926" cy="22392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00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 b="1">
                <a:solidFill>
                  <a:schemeClr val="bg1"/>
                </a:solidFill>
              </a:rPr>
              <a:t>6</a:t>
            </a:r>
            <a:endParaRPr sz="1400" b="1">
              <a:solidFill>
                <a:schemeClr val="bg1"/>
              </a:solidFill>
            </a:endParaRPr>
          </a:p>
        </p:txBody>
      </p:sp>
      <p:sp>
        <p:nvSpPr>
          <p:cNvPr id="81" name="타원 80">
            <a:extLst xmlns:a="http://schemas.openxmlformats.org/drawingml/2006/main">
              <a:ext uri="{FF2B5EF4-FFF2-40B4-BE49-F238E27FC236}">
                <a16:creationId xmlns:a16="http://schemas.microsoft.com/office/drawing/2014/main" id="{DE2695AB-5E1D-BE8B-8B70-8643CA811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4675" y="770983"/>
            <a:ext cx="223926" cy="22392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00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 b="1">
                <a:solidFill>
                  <a:schemeClr val="bg1"/>
                </a:solidFill>
              </a:rPr>
              <a:t>7</a:t>
            </a:r>
            <a:endParaRPr sz="1400" b="1">
              <a:solidFill>
                <a:schemeClr val="bg1"/>
              </a:solidFill>
            </a:endParaRPr>
          </a:p>
        </p:txBody>
      </p:sp>
      <p:sp>
        <p:nvSpPr>
          <p:cNvPr id="82" name="타원 81">
            <a:extLst xmlns:a="http://schemas.openxmlformats.org/drawingml/2006/main">
              <a:ext uri="{FF2B5EF4-FFF2-40B4-BE49-F238E27FC236}">
                <a16:creationId xmlns:a16="http://schemas.microsoft.com/office/drawing/2014/main" id="{5606C5DC-C2DF-743A-FC08-9B4686404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3789" y="3632420"/>
            <a:ext cx="223926" cy="22392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00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 b="1">
                <a:solidFill>
                  <a:schemeClr val="bg1"/>
                </a:solidFill>
              </a:rPr>
              <a:t>8</a:t>
            </a:r>
            <a:endParaRPr sz="1400" b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0962209"/>
      </p:ext>
    </p:extLst>
  </p:cSld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2026-08-31T11:03:30.1860000Z</dcterms:created>
  <dcterms:modified xsi:type="dcterms:W3CDTF">2026-08-31T11:03:30.1860000Z</dcterms:modified>
</coreProperties>
</file>